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3" r:id="rId2"/>
    <p:sldId id="315" r:id="rId3"/>
    <p:sldId id="334" r:id="rId4"/>
    <p:sldId id="335" r:id="rId5"/>
    <p:sldId id="336" r:id="rId6"/>
    <p:sldId id="337" r:id="rId7"/>
    <p:sldId id="271" r:id="rId8"/>
    <p:sldId id="331" r:id="rId9"/>
    <p:sldId id="321" r:id="rId10"/>
    <p:sldId id="332" r:id="rId11"/>
    <p:sldId id="279" r:id="rId12"/>
    <p:sldId id="330" r:id="rId13"/>
    <p:sldId id="338" r:id="rId14"/>
    <p:sldId id="339" r:id="rId15"/>
    <p:sldId id="340" r:id="rId16"/>
    <p:sldId id="327" r:id="rId17"/>
    <p:sldId id="326" r:id="rId18"/>
    <p:sldId id="307" r:id="rId19"/>
    <p:sldId id="32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P" id="{F13EE11C-01BC-41CA-AA87-BDEF176B0F45}">
          <p14:sldIdLst>
            <p14:sldId id="263"/>
            <p14:sldId id="315"/>
            <p14:sldId id="334"/>
            <p14:sldId id="335"/>
            <p14:sldId id="336"/>
            <p14:sldId id="337"/>
          </p14:sldIdLst>
        </p14:section>
        <p14:section name="Basic Attacks" id="{1CB47C87-ED3C-45B3-A07B-3762BF53DE73}">
          <p14:sldIdLst>
            <p14:sldId id="271"/>
            <p14:sldId id="331"/>
            <p14:sldId id="321"/>
            <p14:sldId id="332"/>
          </p14:sldIdLst>
        </p14:section>
        <p14:section name="More Advanced Attacks" id="{9ACA1197-382C-4F36-A810-AA00465D4FE2}">
          <p14:sldIdLst>
            <p14:sldId id="279"/>
            <p14:sldId id="330"/>
            <p14:sldId id="338"/>
            <p14:sldId id="339"/>
          </p14:sldIdLst>
        </p14:section>
        <p14:section name="Conclusion" id="{5DDADA28-5D71-4A13-B2F6-982986A2E65A}">
          <p14:sldIdLst>
            <p14:sldId id="340"/>
          </p14:sldIdLst>
        </p14:section>
        <p14:section name="Closing Slides" id="{7FEE1FE9-34F4-41DB-AAAD-C0D0389C0766}">
          <p14:sldIdLst>
            <p14:sldId id="327"/>
            <p14:sldId id="326"/>
            <p14:sldId id="307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41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24" autoAdjust="0"/>
    <p:restoredTop sz="96229" autoAdjust="0"/>
  </p:normalViewPr>
  <p:slideViewPr>
    <p:cSldViewPr snapToGrid="0" showGuides="1">
      <p:cViewPr varScale="1">
        <p:scale>
          <a:sx n="157" d="100"/>
          <a:sy n="157" d="100"/>
        </p:scale>
        <p:origin x="16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AF243-1BB5-43EC-B7DF-AA940E3054DA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E01A4-CD7A-43E2-885E-ED8C744109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46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26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932C0F33-6C43-4D40-8895-03B9FDF7FF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366569" y="2512591"/>
            <a:ext cx="1147128" cy="1147128"/>
          </a:xfrm>
          <a:custGeom>
            <a:avLst/>
            <a:gdLst>
              <a:gd name="connsiteX0" fmla="*/ 573564 w 1147128"/>
              <a:gd name="connsiteY0" fmla="*/ 0 h 1147128"/>
              <a:gd name="connsiteX1" fmla="*/ 1147128 w 1147128"/>
              <a:gd name="connsiteY1" fmla="*/ 573564 h 1147128"/>
              <a:gd name="connsiteX2" fmla="*/ 573564 w 1147128"/>
              <a:gd name="connsiteY2" fmla="*/ 1147128 h 1147128"/>
              <a:gd name="connsiteX3" fmla="*/ 0 w 1147128"/>
              <a:gd name="connsiteY3" fmla="*/ 573564 h 1147128"/>
              <a:gd name="connsiteX4" fmla="*/ 573564 w 1147128"/>
              <a:gd name="connsiteY4" fmla="*/ 0 h 114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7128" h="1147128">
                <a:moveTo>
                  <a:pt x="573564" y="0"/>
                </a:moveTo>
                <a:cubicBezTo>
                  <a:pt x="890335" y="0"/>
                  <a:pt x="1147128" y="256793"/>
                  <a:pt x="1147128" y="573564"/>
                </a:cubicBezTo>
                <a:cubicBezTo>
                  <a:pt x="1147128" y="890335"/>
                  <a:pt x="890335" y="1147128"/>
                  <a:pt x="573564" y="1147128"/>
                </a:cubicBezTo>
                <a:cubicBezTo>
                  <a:pt x="256793" y="1147128"/>
                  <a:pt x="0" y="890335"/>
                  <a:pt x="0" y="573564"/>
                </a:cubicBezTo>
                <a:cubicBezTo>
                  <a:pt x="0" y="256793"/>
                  <a:pt x="256793" y="0"/>
                  <a:pt x="573564" y="0"/>
                </a:cubicBez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Drag &amp; drop picture here</a:t>
            </a:r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63C11F54-65F2-4086-8B2E-A98B3559BD8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22437" y="2512591"/>
            <a:ext cx="1147128" cy="1147128"/>
          </a:xfrm>
          <a:custGeom>
            <a:avLst/>
            <a:gdLst>
              <a:gd name="connsiteX0" fmla="*/ 573564 w 1147128"/>
              <a:gd name="connsiteY0" fmla="*/ 0 h 1147128"/>
              <a:gd name="connsiteX1" fmla="*/ 1147128 w 1147128"/>
              <a:gd name="connsiteY1" fmla="*/ 573564 h 1147128"/>
              <a:gd name="connsiteX2" fmla="*/ 573564 w 1147128"/>
              <a:gd name="connsiteY2" fmla="*/ 1147128 h 1147128"/>
              <a:gd name="connsiteX3" fmla="*/ 0 w 1147128"/>
              <a:gd name="connsiteY3" fmla="*/ 573564 h 1147128"/>
              <a:gd name="connsiteX4" fmla="*/ 573564 w 1147128"/>
              <a:gd name="connsiteY4" fmla="*/ 0 h 114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7128" h="1147128">
                <a:moveTo>
                  <a:pt x="573564" y="0"/>
                </a:moveTo>
                <a:cubicBezTo>
                  <a:pt x="890335" y="0"/>
                  <a:pt x="1147128" y="256793"/>
                  <a:pt x="1147128" y="573564"/>
                </a:cubicBezTo>
                <a:cubicBezTo>
                  <a:pt x="1147128" y="890335"/>
                  <a:pt x="890335" y="1147128"/>
                  <a:pt x="573564" y="1147128"/>
                </a:cubicBezTo>
                <a:cubicBezTo>
                  <a:pt x="256793" y="1147128"/>
                  <a:pt x="0" y="890335"/>
                  <a:pt x="0" y="573564"/>
                </a:cubicBezTo>
                <a:cubicBezTo>
                  <a:pt x="0" y="256793"/>
                  <a:pt x="256793" y="0"/>
                  <a:pt x="573564" y="0"/>
                </a:cubicBez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Drag &amp; drop picture here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FDBC585-18FC-4F11-8344-F6777460698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8305" y="2512591"/>
            <a:ext cx="1147128" cy="1147128"/>
          </a:xfrm>
          <a:custGeom>
            <a:avLst/>
            <a:gdLst>
              <a:gd name="connsiteX0" fmla="*/ 573564 w 1147128"/>
              <a:gd name="connsiteY0" fmla="*/ 0 h 1147128"/>
              <a:gd name="connsiteX1" fmla="*/ 1147128 w 1147128"/>
              <a:gd name="connsiteY1" fmla="*/ 573564 h 1147128"/>
              <a:gd name="connsiteX2" fmla="*/ 573564 w 1147128"/>
              <a:gd name="connsiteY2" fmla="*/ 1147128 h 1147128"/>
              <a:gd name="connsiteX3" fmla="*/ 0 w 1147128"/>
              <a:gd name="connsiteY3" fmla="*/ 573564 h 1147128"/>
              <a:gd name="connsiteX4" fmla="*/ 573564 w 1147128"/>
              <a:gd name="connsiteY4" fmla="*/ 0 h 1147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7128" h="1147128">
                <a:moveTo>
                  <a:pt x="573564" y="0"/>
                </a:moveTo>
                <a:cubicBezTo>
                  <a:pt x="890335" y="0"/>
                  <a:pt x="1147128" y="256793"/>
                  <a:pt x="1147128" y="573564"/>
                </a:cubicBezTo>
                <a:cubicBezTo>
                  <a:pt x="1147128" y="890335"/>
                  <a:pt x="890335" y="1147128"/>
                  <a:pt x="573564" y="1147128"/>
                </a:cubicBezTo>
                <a:cubicBezTo>
                  <a:pt x="256793" y="1147128"/>
                  <a:pt x="0" y="890335"/>
                  <a:pt x="0" y="573564"/>
                </a:cubicBezTo>
                <a:cubicBezTo>
                  <a:pt x="0" y="256793"/>
                  <a:pt x="256793" y="0"/>
                  <a:pt x="573564" y="0"/>
                </a:cubicBez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Drag &amp; drop picture here</a:t>
            </a:r>
          </a:p>
        </p:txBody>
      </p:sp>
    </p:spTree>
    <p:extLst>
      <p:ext uri="{BB962C8B-B14F-4D97-AF65-F5344CB8AC3E}">
        <p14:creationId xmlns:p14="http://schemas.microsoft.com/office/powerpoint/2010/main" val="421719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5446C0-ABFB-4B77-AA3A-8630E99C398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49390" y="826769"/>
            <a:ext cx="4137660" cy="3469005"/>
          </a:xfrm>
          <a:custGeom>
            <a:avLst/>
            <a:gdLst>
              <a:gd name="connsiteX0" fmla="*/ 0 w 4394835"/>
              <a:gd name="connsiteY0" fmla="*/ 0 h 3240405"/>
              <a:gd name="connsiteX1" fmla="*/ 4394835 w 4394835"/>
              <a:gd name="connsiteY1" fmla="*/ 0 h 3240405"/>
              <a:gd name="connsiteX2" fmla="*/ 4394835 w 4394835"/>
              <a:gd name="connsiteY2" fmla="*/ 3240405 h 3240405"/>
              <a:gd name="connsiteX3" fmla="*/ 0 w 4394835"/>
              <a:gd name="connsiteY3" fmla="*/ 3240405 h 3240405"/>
              <a:gd name="connsiteX4" fmla="*/ 0 w 4394835"/>
              <a:gd name="connsiteY4" fmla="*/ 0 h 3240405"/>
              <a:gd name="connsiteX0" fmla="*/ 161925 w 4394835"/>
              <a:gd name="connsiteY0" fmla="*/ 304800 h 3240405"/>
              <a:gd name="connsiteX1" fmla="*/ 4394835 w 4394835"/>
              <a:gd name="connsiteY1" fmla="*/ 0 h 3240405"/>
              <a:gd name="connsiteX2" fmla="*/ 4394835 w 4394835"/>
              <a:gd name="connsiteY2" fmla="*/ 3240405 h 3240405"/>
              <a:gd name="connsiteX3" fmla="*/ 0 w 4394835"/>
              <a:gd name="connsiteY3" fmla="*/ 3240405 h 3240405"/>
              <a:gd name="connsiteX4" fmla="*/ 161925 w 4394835"/>
              <a:gd name="connsiteY4" fmla="*/ 304800 h 3240405"/>
              <a:gd name="connsiteX0" fmla="*/ 161925 w 4394835"/>
              <a:gd name="connsiteY0" fmla="*/ 66675 h 3240405"/>
              <a:gd name="connsiteX1" fmla="*/ 4394835 w 4394835"/>
              <a:gd name="connsiteY1" fmla="*/ 0 h 3240405"/>
              <a:gd name="connsiteX2" fmla="*/ 4394835 w 4394835"/>
              <a:gd name="connsiteY2" fmla="*/ 3240405 h 3240405"/>
              <a:gd name="connsiteX3" fmla="*/ 0 w 4394835"/>
              <a:gd name="connsiteY3" fmla="*/ 3240405 h 3240405"/>
              <a:gd name="connsiteX4" fmla="*/ 161925 w 4394835"/>
              <a:gd name="connsiteY4" fmla="*/ 66675 h 3240405"/>
              <a:gd name="connsiteX0" fmla="*/ 85725 w 4394835"/>
              <a:gd name="connsiteY0" fmla="*/ 57150 h 3240405"/>
              <a:gd name="connsiteX1" fmla="*/ 4394835 w 4394835"/>
              <a:gd name="connsiteY1" fmla="*/ 0 h 3240405"/>
              <a:gd name="connsiteX2" fmla="*/ 4394835 w 4394835"/>
              <a:gd name="connsiteY2" fmla="*/ 3240405 h 3240405"/>
              <a:gd name="connsiteX3" fmla="*/ 0 w 4394835"/>
              <a:gd name="connsiteY3" fmla="*/ 3240405 h 3240405"/>
              <a:gd name="connsiteX4" fmla="*/ 85725 w 4394835"/>
              <a:gd name="connsiteY4" fmla="*/ 57150 h 3240405"/>
              <a:gd name="connsiteX0" fmla="*/ 0 w 4309110"/>
              <a:gd name="connsiteY0" fmla="*/ 57150 h 3240405"/>
              <a:gd name="connsiteX1" fmla="*/ 4309110 w 4309110"/>
              <a:gd name="connsiteY1" fmla="*/ 0 h 3240405"/>
              <a:gd name="connsiteX2" fmla="*/ 4309110 w 4309110"/>
              <a:gd name="connsiteY2" fmla="*/ 3240405 h 3240405"/>
              <a:gd name="connsiteX3" fmla="*/ 180975 w 4309110"/>
              <a:gd name="connsiteY3" fmla="*/ 3078480 h 3240405"/>
              <a:gd name="connsiteX4" fmla="*/ 0 w 4309110"/>
              <a:gd name="connsiteY4" fmla="*/ 57150 h 3240405"/>
              <a:gd name="connsiteX0" fmla="*/ 276225 w 4585335"/>
              <a:gd name="connsiteY0" fmla="*/ 57150 h 3240405"/>
              <a:gd name="connsiteX1" fmla="*/ 4585335 w 4585335"/>
              <a:gd name="connsiteY1" fmla="*/ 0 h 3240405"/>
              <a:gd name="connsiteX2" fmla="*/ 4585335 w 4585335"/>
              <a:gd name="connsiteY2" fmla="*/ 3240405 h 3240405"/>
              <a:gd name="connsiteX3" fmla="*/ 0 w 4585335"/>
              <a:gd name="connsiteY3" fmla="*/ 3183255 h 3240405"/>
              <a:gd name="connsiteX4" fmla="*/ 276225 w 4585335"/>
              <a:gd name="connsiteY4" fmla="*/ 57150 h 3240405"/>
              <a:gd name="connsiteX0" fmla="*/ 238125 w 4547235"/>
              <a:gd name="connsiteY0" fmla="*/ 57150 h 3240405"/>
              <a:gd name="connsiteX1" fmla="*/ 4547235 w 4547235"/>
              <a:gd name="connsiteY1" fmla="*/ 0 h 3240405"/>
              <a:gd name="connsiteX2" fmla="*/ 4547235 w 4547235"/>
              <a:gd name="connsiteY2" fmla="*/ 3240405 h 3240405"/>
              <a:gd name="connsiteX3" fmla="*/ 0 w 4547235"/>
              <a:gd name="connsiteY3" fmla="*/ 3221355 h 3240405"/>
              <a:gd name="connsiteX4" fmla="*/ 238125 w 4547235"/>
              <a:gd name="connsiteY4" fmla="*/ 57150 h 3240405"/>
              <a:gd name="connsiteX0" fmla="*/ 152400 w 4461510"/>
              <a:gd name="connsiteY0" fmla="*/ 57150 h 3240405"/>
              <a:gd name="connsiteX1" fmla="*/ 4461510 w 4461510"/>
              <a:gd name="connsiteY1" fmla="*/ 0 h 3240405"/>
              <a:gd name="connsiteX2" fmla="*/ 4461510 w 4461510"/>
              <a:gd name="connsiteY2" fmla="*/ 3240405 h 3240405"/>
              <a:gd name="connsiteX3" fmla="*/ 0 w 4461510"/>
              <a:gd name="connsiteY3" fmla="*/ 3221355 h 3240405"/>
              <a:gd name="connsiteX4" fmla="*/ 152400 w 4461510"/>
              <a:gd name="connsiteY4" fmla="*/ 57150 h 3240405"/>
              <a:gd name="connsiteX0" fmla="*/ 152400 w 4461510"/>
              <a:gd name="connsiteY0" fmla="*/ 57150 h 3383280"/>
              <a:gd name="connsiteX1" fmla="*/ 4461510 w 4461510"/>
              <a:gd name="connsiteY1" fmla="*/ 0 h 3383280"/>
              <a:gd name="connsiteX2" fmla="*/ 4166235 w 4461510"/>
              <a:gd name="connsiteY2" fmla="*/ 3383280 h 3383280"/>
              <a:gd name="connsiteX3" fmla="*/ 0 w 4461510"/>
              <a:gd name="connsiteY3" fmla="*/ 3221355 h 3383280"/>
              <a:gd name="connsiteX4" fmla="*/ 152400 w 4461510"/>
              <a:gd name="connsiteY4" fmla="*/ 57150 h 3383280"/>
              <a:gd name="connsiteX0" fmla="*/ 152400 w 4461510"/>
              <a:gd name="connsiteY0" fmla="*/ 57150 h 3383280"/>
              <a:gd name="connsiteX1" fmla="*/ 4461510 w 4461510"/>
              <a:gd name="connsiteY1" fmla="*/ 0 h 3383280"/>
              <a:gd name="connsiteX2" fmla="*/ 4137660 w 4461510"/>
              <a:gd name="connsiteY2" fmla="*/ 3383280 h 3383280"/>
              <a:gd name="connsiteX3" fmla="*/ 0 w 4461510"/>
              <a:gd name="connsiteY3" fmla="*/ 3221355 h 3383280"/>
              <a:gd name="connsiteX4" fmla="*/ 152400 w 4461510"/>
              <a:gd name="connsiteY4" fmla="*/ 57150 h 3383280"/>
              <a:gd name="connsiteX0" fmla="*/ 152400 w 4232910"/>
              <a:gd name="connsiteY0" fmla="*/ 142875 h 3469005"/>
              <a:gd name="connsiteX1" fmla="*/ 4232910 w 4232910"/>
              <a:gd name="connsiteY1" fmla="*/ 0 h 3469005"/>
              <a:gd name="connsiteX2" fmla="*/ 4137660 w 4232910"/>
              <a:gd name="connsiteY2" fmla="*/ 3469005 h 3469005"/>
              <a:gd name="connsiteX3" fmla="*/ 0 w 4232910"/>
              <a:gd name="connsiteY3" fmla="*/ 3307080 h 3469005"/>
              <a:gd name="connsiteX4" fmla="*/ 152400 w 4232910"/>
              <a:gd name="connsiteY4" fmla="*/ 142875 h 3469005"/>
              <a:gd name="connsiteX0" fmla="*/ 152400 w 4137660"/>
              <a:gd name="connsiteY0" fmla="*/ 142875 h 3469005"/>
              <a:gd name="connsiteX1" fmla="*/ 4118610 w 4137660"/>
              <a:gd name="connsiteY1" fmla="*/ 0 h 3469005"/>
              <a:gd name="connsiteX2" fmla="*/ 4137660 w 4137660"/>
              <a:gd name="connsiteY2" fmla="*/ 3469005 h 3469005"/>
              <a:gd name="connsiteX3" fmla="*/ 0 w 4137660"/>
              <a:gd name="connsiteY3" fmla="*/ 3307080 h 3469005"/>
              <a:gd name="connsiteX4" fmla="*/ 152400 w 4137660"/>
              <a:gd name="connsiteY4" fmla="*/ 142875 h 3469005"/>
              <a:gd name="connsiteX0" fmla="*/ 152400 w 4137660"/>
              <a:gd name="connsiteY0" fmla="*/ 142875 h 3469005"/>
              <a:gd name="connsiteX1" fmla="*/ 4042410 w 4137660"/>
              <a:gd name="connsiteY1" fmla="*/ 0 h 3469005"/>
              <a:gd name="connsiteX2" fmla="*/ 4137660 w 4137660"/>
              <a:gd name="connsiteY2" fmla="*/ 3469005 h 3469005"/>
              <a:gd name="connsiteX3" fmla="*/ 0 w 4137660"/>
              <a:gd name="connsiteY3" fmla="*/ 3307080 h 3469005"/>
              <a:gd name="connsiteX4" fmla="*/ 152400 w 4137660"/>
              <a:gd name="connsiteY4" fmla="*/ 142875 h 3469005"/>
              <a:gd name="connsiteX0" fmla="*/ 152400 w 4137660"/>
              <a:gd name="connsiteY0" fmla="*/ 142875 h 3469005"/>
              <a:gd name="connsiteX1" fmla="*/ 4080510 w 4137660"/>
              <a:gd name="connsiteY1" fmla="*/ 0 h 3469005"/>
              <a:gd name="connsiteX2" fmla="*/ 4137660 w 4137660"/>
              <a:gd name="connsiteY2" fmla="*/ 3469005 h 3469005"/>
              <a:gd name="connsiteX3" fmla="*/ 0 w 4137660"/>
              <a:gd name="connsiteY3" fmla="*/ 3307080 h 3469005"/>
              <a:gd name="connsiteX4" fmla="*/ 152400 w 4137660"/>
              <a:gd name="connsiteY4" fmla="*/ 142875 h 3469005"/>
              <a:gd name="connsiteX0" fmla="*/ 76200 w 4137660"/>
              <a:gd name="connsiteY0" fmla="*/ 152400 h 3469005"/>
              <a:gd name="connsiteX1" fmla="*/ 4080510 w 4137660"/>
              <a:gd name="connsiteY1" fmla="*/ 0 h 3469005"/>
              <a:gd name="connsiteX2" fmla="*/ 4137660 w 4137660"/>
              <a:gd name="connsiteY2" fmla="*/ 3469005 h 3469005"/>
              <a:gd name="connsiteX3" fmla="*/ 0 w 4137660"/>
              <a:gd name="connsiteY3" fmla="*/ 3307080 h 3469005"/>
              <a:gd name="connsiteX4" fmla="*/ 76200 w 4137660"/>
              <a:gd name="connsiteY4" fmla="*/ 152400 h 3469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37660" h="3469005">
                <a:moveTo>
                  <a:pt x="76200" y="152400"/>
                </a:moveTo>
                <a:lnTo>
                  <a:pt x="4080510" y="0"/>
                </a:lnTo>
                <a:lnTo>
                  <a:pt x="4137660" y="3469005"/>
                </a:lnTo>
                <a:lnTo>
                  <a:pt x="0" y="3307080"/>
                </a:lnTo>
                <a:lnTo>
                  <a:pt x="76200" y="152400"/>
                </a:ln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  <a:scene3d>
            <a:camera prst="obliqueBottomLeft">
              <a:rot lat="334898" lon="1200000" rev="21394705"/>
            </a:camera>
            <a:lightRig rig="threePt" dir="t"/>
          </a:scene3d>
          <a:sp3d/>
        </p:spPr>
        <p:txBody>
          <a:bodyPr wrap="square" anchor="ctr">
            <a:noAutofit/>
          </a:bodyPr>
          <a:lstStyle>
            <a:lvl1pPr>
              <a:defRPr lang="en-ID" sz="14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695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600BBC6-92E7-424D-8DC8-43605781D6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24238" y="2076450"/>
            <a:ext cx="5348287" cy="3000375"/>
          </a:xfrm>
          <a:custGeom>
            <a:avLst/>
            <a:gdLst>
              <a:gd name="connsiteX0" fmla="*/ 0 w 5348287"/>
              <a:gd name="connsiteY0" fmla="*/ 0 h 3000375"/>
              <a:gd name="connsiteX1" fmla="*/ 5348287 w 5348287"/>
              <a:gd name="connsiteY1" fmla="*/ 0 h 3000375"/>
              <a:gd name="connsiteX2" fmla="*/ 5348287 w 5348287"/>
              <a:gd name="connsiteY2" fmla="*/ 3000375 h 3000375"/>
              <a:gd name="connsiteX3" fmla="*/ 0 w 5348287"/>
              <a:gd name="connsiteY3" fmla="*/ 3000375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48287" h="3000375">
                <a:moveTo>
                  <a:pt x="0" y="0"/>
                </a:moveTo>
                <a:lnTo>
                  <a:pt x="5348287" y="0"/>
                </a:lnTo>
                <a:lnTo>
                  <a:pt x="5348287" y="3000375"/>
                </a:lnTo>
                <a:lnTo>
                  <a:pt x="0" y="3000375"/>
                </a:ln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ID" sz="14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0492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F331534-A69E-4280-92CE-CCD5F9310228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2015114" y="449072"/>
            <a:ext cx="2936229" cy="5004308"/>
          </a:xfrm>
          <a:prstGeom prst="round2SameRect">
            <a:avLst>
              <a:gd name="adj1" fmla="val 16964"/>
              <a:gd name="adj2" fmla="val 0"/>
            </a:avLst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ID" sz="14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36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A980EF2-9DF6-4DAA-8D81-539CA09248E3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2586219" y="2150824"/>
            <a:ext cx="7019560" cy="3978514"/>
          </a:xfrm>
          <a:custGeom>
            <a:avLst/>
            <a:gdLst>
              <a:gd name="connsiteX0" fmla="*/ 0 w 7019560"/>
              <a:gd name="connsiteY0" fmla="*/ 0 h 3978514"/>
              <a:gd name="connsiteX1" fmla="*/ 7019560 w 7019560"/>
              <a:gd name="connsiteY1" fmla="*/ 0 h 3978514"/>
              <a:gd name="connsiteX2" fmla="*/ 7019560 w 7019560"/>
              <a:gd name="connsiteY2" fmla="*/ 3829877 h 3978514"/>
              <a:gd name="connsiteX3" fmla="*/ 6870923 w 7019560"/>
              <a:gd name="connsiteY3" fmla="*/ 3978514 h 3978514"/>
              <a:gd name="connsiteX4" fmla="*/ 148637 w 7019560"/>
              <a:gd name="connsiteY4" fmla="*/ 3978514 h 3978514"/>
              <a:gd name="connsiteX5" fmla="*/ 0 w 7019560"/>
              <a:gd name="connsiteY5" fmla="*/ 3829877 h 3978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9560" h="3978514">
                <a:moveTo>
                  <a:pt x="0" y="0"/>
                </a:moveTo>
                <a:lnTo>
                  <a:pt x="7019560" y="0"/>
                </a:lnTo>
                <a:lnTo>
                  <a:pt x="7019560" y="3829877"/>
                </a:lnTo>
                <a:cubicBezTo>
                  <a:pt x="7019560" y="3911967"/>
                  <a:pt x="6953013" y="3978514"/>
                  <a:pt x="6870923" y="3978514"/>
                </a:cubicBezTo>
                <a:lnTo>
                  <a:pt x="148637" y="3978514"/>
                </a:lnTo>
                <a:cubicBezTo>
                  <a:pt x="66547" y="3978514"/>
                  <a:pt x="0" y="3911967"/>
                  <a:pt x="0" y="3829877"/>
                </a:cubicBez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ID" sz="14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4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C889BA0-089E-4137-9D78-02E759C247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96125" y="4133850"/>
            <a:ext cx="4362450" cy="1704975"/>
          </a:xfrm>
          <a:custGeom>
            <a:avLst/>
            <a:gdLst>
              <a:gd name="connsiteX0" fmla="*/ 74610 w 4362450"/>
              <a:gd name="connsiteY0" fmla="*/ 0 h 1704975"/>
              <a:gd name="connsiteX1" fmla="*/ 4287840 w 4362450"/>
              <a:gd name="connsiteY1" fmla="*/ 0 h 1704975"/>
              <a:gd name="connsiteX2" fmla="*/ 4362450 w 4362450"/>
              <a:gd name="connsiteY2" fmla="*/ 74610 h 1704975"/>
              <a:gd name="connsiteX3" fmla="*/ 4362450 w 4362450"/>
              <a:gd name="connsiteY3" fmla="*/ 1630365 h 1704975"/>
              <a:gd name="connsiteX4" fmla="*/ 4287840 w 4362450"/>
              <a:gd name="connsiteY4" fmla="*/ 1704975 h 1704975"/>
              <a:gd name="connsiteX5" fmla="*/ 74610 w 4362450"/>
              <a:gd name="connsiteY5" fmla="*/ 1704975 h 1704975"/>
              <a:gd name="connsiteX6" fmla="*/ 0 w 4362450"/>
              <a:gd name="connsiteY6" fmla="*/ 1630365 h 1704975"/>
              <a:gd name="connsiteX7" fmla="*/ 0 w 4362450"/>
              <a:gd name="connsiteY7" fmla="*/ 74610 h 1704975"/>
              <a:gd name="connsiteX8" fmla="*/ 74610 w 4362450"/>
              <a:gd name="connsiteY8" fmla="*/ 0 h 170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62450" h="1704975">
                <a:moveTo>
                  <a:pt x="74610" y="0"/>
                </a:moveTo>
                <a:lnTo>
                  <a:pt x="4287840" y="0"/>
                </a:lnTo>
                <a:cubicBezTo>
                  <a:pt x="4329046" y="0"/>
                  <a:pt x="4362450" y="33404"/>
                  <a:pt x="4362450" y="74610"/>
                </a:cubicBezTo>
                <a:lnTo>
                  <a:pt x="4362450" y="1630365"/>
                </a:lnTo>
                <a:cubicBezTo>
                  <a:pt x="4362450" y="1671571"/>
                  <a:pt x="4329046" y="1704975"/>
                  <a:pt x="4287840" y="1704975"/>
                </a:cubicBezTo>
                <a:lnTo>
                  <a:pt x="74610" y="1704975"/>
                </a:lnTo>
                <a:cubicBezTo>
                  <a:pt x="33404" y="1704975"/>
                  <a:pt x="0" y="1671571"/>
                  <a:pt x="0" y="1630365"/>
                </a:cubicBezTo>
                <a:lnTo>
                  <a:pt x="0" y="74610"/>
                </a:lnTo>
                <a:cubicBezTo>
                  <a:pt x="0" y="33404"/>
                  <a:pt x="33404" y="0"/>
                  <a:pt x="74610" y="0"/>
                </a:cubicBez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ID" sz="14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541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DFB380-311A-4F47-8C28-8C86E9B442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44439" y="2085339"/>
            <a:ext cx="2103120" cy="2103120"/>
          </a:xfrm>
          <a:custGeom>
            <a:avLst/>
            <a:gdLst>
              <a:gd name="connsiteX0" fmla="*/ 1051560 w 2103120"/>
              <a:gd name="connsiteY0" fmla="*/ 0 h 2103120"/>
              <a:gd name="connsiteX1" fmla="*/ 2103120 w 2103120"/>
              <a:gd name="connsiteY1" fmla="*/ 1051560 h 2103120"/>
              <a:gd name="connsiteX2" fmla="*/ 1051560 w 2103120"/>
              <a:gd name="connsiteY2" fmla="*/ 2103120 h 2103120"/>
              <a:gd name="connsiteX3" fmla="*/ 0 w 2103120"/>
              <a:gd name="connsiteY3" fmla="*/ 1051560 h 2103120"/>
              <a:gd name="connsiteX4" fmla="*/ 1051560 w 2103120"/>
              <a:gd name="connsiteY4" fmla="*/ 0 h 210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03120" h="2103120">
                <a:moveTo>
                  <a:pt x="1051560" y="0"/>
                </a:moveTo>
                <a:cubicBezTo>
                  <a:pt x="1632321" y="0"/>
                  <a:pt x="2103120" y="470799"/>
                  <a:pt x="2103120" y="1051560"/>
                </a:cubicBezTo>
                <a:cubicBezTo>
                  <a:pt x="2103120" y="1632321"/>
                  <a:pt x="1632321" y="2103120"/>
                  <a:pt x="1051560" y="2103120"/>
                </a:cubicBezTo>
                <a:cubicBezTo>
                  <a:pt x="470799" y="2103120"/>
                  <a:pt x="0" y="1632321"/>
                  <a:pt x="0" y="1051560"/>
                </a:cubicBezTo>
                <a:cubicBezTo>
                  <a:pt x="0" y="470799"/>
                  <a:pt x="470799" y="0"/>
                  <a:pt x="105156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6627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DFE37DCB-5CB6-4F8E-94B5-F777727735F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824739" y="41032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3" name="Picture Placeholder 21">
            <a:extLst>
              <a:ext uri="{FF2B5EF4-FFF2-40B4-BE49-F238E27FC236}">
                <a16:creationId xmlns:a16="http://schemas.microsoft.com/office/drawing/2014/main" id="{418563C6-7ED1-492F-943E-DD79BEE9FF8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882550" y="41032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81F250A0-2197-4540-B677-0D2FD73A6C8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936243" y="41032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F5F999ED-808D-460D-9E58-CAEE4298FD5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824739" y="255473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6" name="Picture Placeholder 24">
            <a:extLst>
              <a:ext uri="{FF2B5EF4-FFF2-40B4-BE49-F238E27FC236}">
                <a16:creationId xmlns:a16="http://schemas.microsoft.com/office/drawing/2014/main" id="{B1AD2077-5265-4D8D-B012-8A8FAF632B0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82550" y="255473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7" name="Picture Placeholder 25">
            <a:extLst>
              <a:ext uri="{FF2B5EF4-FFF2-40B4-BE49-F238E27FC236}">
                <a16:creationId xmlns:a16="http://schemas.microsoft.com/office/drawing/2014/main" id="{8F2F3D77-058E-4A07-BF6C-FC021ED9897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936243" y="255473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8" name="Picture Placeholder 26">
            <a:extLst>
              <a:ext uri="{FF2B5EF4-FFF2-40B4-BE49-F238E27FC236}">
                <a16:creationId xmlns:a16="http://schemas.microsoft.com/office/drawing/2014/main" id="{857F4263-70FF-4A77-B45E-74ADCE3DAFF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824739" y="469090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1AD37202-C7CE-423D-B7D0-27D8FF63AAC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882550" y="469090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10" name="Picture Placeholder 28">
            <a:extLst>
              <a:ext uri="{FF2B5EF4-FFF2-40B4-BE49-F238E27FC236}">
                <a16:creationId xmlns:a16="http://schemas.microsoft.com/office/drawing/2014/main" id="{7FDBE93A-C39B-4024-855C-9E5E5C320A2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936243" y="4690903"/>
            <a:ext cx="1756770" cy="1756771"/>
          </a:xfrm>
          <a:custGeom>
            <a:avLst/>
            <a:gdLst>
              <a:gd name="connsiteX0" fmla="*/ 878387 w 1756770"/>
              <a:gd name="connsiteY0" fmla="*/ 0 h 1756771"/>
              <a:gd name="connsiteX1" fmla="*/ 1756770 w 1756770"/>
              <a:gd name="connsiteY1" fmla="*/ 878387 h 1756771"/>
              <a:gd name="connsiteX2" fmla="*/ 878387 w 1756770"/>
              <a:gd name="connsiteY2" fmla="*/ 1756771 h 1756771"/>
              <a:gd name="connsiteX3" fmla="*/ 0 w 1756770"/>
              <a:gd name="connsiteY3" fmla="*/ 878387 h 1756771"/>
              <a:gd name="connsiteX4" fmla="*/ 878387 w 1756770"/>
              <a:gd name="connsiteY4" fmla="*/ 0 h 1756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6770" h="1756771">
                <a:moveTo>
                  <a:pt x="878387" y="0"/>
                </a:moveTo>
                <a:cubicBezTo>
                  <a:pt x="1363502" y="0"/>
                  <a:pt x="1756770" y="393268"/>
                  <a:pt x="1756770" y="878387"/>
                </a:cubicBezTo>
                <a:cubicBezTo>
                  <a:pt x="1756770" y="1363502"/>
                  <a:pt x="1363502" y="1756771"/>
                  <a:pt x="878387" y="1756771"/>
                </a:cubicBezTo>
                <a:cubicBezTo>
                  <a:pt x="393268" y="1756771"/>
                  <a:pt x="0" y="1363502"/>
                  <a:pt x="0" y="878387"/>
                </a:cubicBezTo>
                <a:cubicBezTo>
                  <a:pt x="0" y="393268"/>
                  <a:pt x="393268" y="0"/>
                  <a:pt x="878387" y="0"/>
                </a:cubicBezTo>
                <a:close/>
              </a:path>
            </a:pathLst>
          </a:custGeom>
          <a:solidFill>
            <a:schemeClr val="bg1">
              <a:lumMod val="65000"/>
              <a:alpha val="15000"/>
            </a:schemeClr>
          </a:solidFill>
        </p:spPr>
        <p:txBody>
          <a:bodyPr wrap="square" anchor="ctr">
            <a:noAutofit/>
          </a:bodyPr>
          <a:lstStyle>
            <a:lvl1pPr>
              <a:defRPr lang="en-US"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44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49333" decel="50667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12" dur="5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20" dur="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path" presetSubtype="0" accel="49333" decel="50667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28" dur="5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36" dur="5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49333" decel="50667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44" dur="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49333" decel="50667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52" dur="5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49333" decel="50667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60" dur="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2" presetClass="path" presetSubtype="0" accel="49333" decel="50667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68" dur="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accel="49333" decel="50667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1.66667E-6 4.44444E-6 L 1.66667E-6 0.07245 " pathEditMode="relative" rAng="0" ptsTypes="AA">
                                      <p:cBhvr>
                                        <p:cTn id="76" dur="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9025A998-D0B0-4A66-B650-27D2467359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0863" y="746844"/>
            <a:ext cx="3696759" cy="1788104"/>
          </a:xfrm>
          <a:prstGeom prst="rect">
            <a:avLst/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E113D85A-9667-408A-B619-ACBD1B3A41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7622" y="746844"/>
            <a:ext cx="3696759" cy="1788104"/>
          </a:xfrm>
          <a:prstGeom prst="rect">
            <a:avLst/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4" name="Picture Placeholder 15">
            <a:extLst>
              <a:ext uri="{FF2B5EF4-FFF2-40B4-BE49-F238E27FC236}">
                <a16:creationId xmlns:a16="http://schemas.microsoft.com/office/drawing/2014/main" id="{C63A3942-4A97-4115-ACCD-0C0BE22F5E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944380" y="746844"/>
            <a:ext cx="3696759" cy="1788104"/>
          </a:xfrm>
          <a:prstGeom prst="rect">
            <a:avLst/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222153E2-F2B5-47E8-9659-B6A675AA959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0863" y="4323052"/>
            <a:ext cx="3696759" cy="1788104"/>
          </a:xfrm>
          <a:prstGeom prst="rect">
            <a:avLst/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6" name="Picture Placeholder 18">
            <a:extLst>
              <a:ext uri="{FF2B5EF4-FFF2-40B4-BE49-F238E27FC236}">
                <a16:creationId xmlns:a16="http://schemas.microsoft.com/office/drawing/2014/main" id="{7D11D0B1-333D-4A9A-9388-4C31C30AD1F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47622" y="4323052"/>
            <a:ext cx="3696759" cy="1788104"/>
          </a:xfrm>
          <a:prstGeom prst="rect">
            <a:avLst/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9EF8B880-7E80-458E-9A7D-2BA526E775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44380" y="4323052"/>
            <a:ext cx="3696759" cy="1788104"/>
          </a:xfrm>
          <a:prstGeom prst="rect">
            <a:avLst/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Image </a:t>
            </a:r>
            <a:r>
              <a:rPr lang="en-US" dirty="0" err="1"/>
              <a:t>placholder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59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1.85185E-6 L -4.79167E-6 0.19305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53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1.48148E-6 L 0 -0.07384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0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-3.7037E-7 L 0 -0.13032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52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E-6 -3.7037E-7 L 5E-6 -0.20023 " pathEditMode="relative" rAng="0" ptsTypes="AA">
                                      <p:cBhvr>
                                        <p:cTn id="24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023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1.85185E-6 L 0 0.13055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528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49333" decel="50667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6667E-7 -2.59259E-6 L -4.16667E-7 0.07246 " pathEditMode="relative" rAng="0" ptsTypes="AA">
                                      <p:cBhvr>
                                        <p:cTn id="34" dur="7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5C19F02-3BC7-420B-84E5-6234C37ED0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-1"/>
            <a:ext cx="6224955" cy="6858000"/>
          </a:xfrm>
          <a:custGeom>
            <a:avLst/>
            <a:gdLst>
              <a:gd name="connsiteX0" fmla="*/ 0 w 6224955"/>
              <a:gd name="connsiteY0" fmla="*/ 0 h 6858000"/>
              <a:gd name="connsiteX1" fmla="*/ 6224955 w 6224955"/>
              <a:gd name="connsiteY1" fmla="*/ 0 h 6858000"/>
              <a:gd name="connsiteX2" fmla="*/ 6224955 w 6224955"/>
              <a:gd name="connsiteY2" fmla="*/ 6858000 h 6858000"/>
              <a:gd name="connsiteX3" fmla="*/ 0 w 62249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4955" h="6858000">
                <a:moveTo>
                  <a:pt x="0" y="0"/>
                </a:moveTo>
                <a:lnTo>
                  <a:pt x="6224955" y="0"/>
                </a:lnTo>
                <a:lnTo>
                  <a:pt x="622495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ID" sz="140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882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6000" decel="84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0DA125D8-A00E-4720-9C9D-17EC43C2B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680" y="2656979"/>
            <a:ext cx="1723706" cy="1918649"/>
          </a:xfrm>
          <a:prstGeom prst="roundRect">
            <a:avLst>
              <a:gd name="adj" fmla="val 3405"/>
            </a:avLst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ABCD7E6F-C84D-4178-A69E-197181A26B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89589" y="2372306"/>
            <a:ext cx="2235217" cy="2488009"/>
          </a:xfrm>
          <a:prstGeom prst="roundRect">
            <a:avLst>
              <a:gd name="adj" fmla="val 3599"/>
            </a:avLst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64D883D7-2913-46BC-AB98-78D1BD4CC3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59707" y="2206570"/>
            <a:ext cx="2608133" cy="2903100"/>
          </a:xfrm>
          <a:prstGeom prst="roundRect">
            <a:avLst>
              <a:gd name="adj" fmla="val 3520"/>
            </a:avLst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C5D8D9E0-FD7E-43F1-81CF-B3FB2E0516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4456" y="2656986"/>
            <a:ext cx="1723706" cy="1918649"/>
          </a:xfrm>
          <a:prstGeom prst="roundRect">
            <a:avLst>
              <a:gd name="adj" fmla="val 3405"/>
            </a:avLst>
          </a:prstGeom>
          <a:solidFill>
            <a:srgbClr val="121416"/>
          </a:solidFill>
          <a:ln w="50800">
            <a:noFill/>
          </a:ln>
          <a:effectLst>
            <a:outerShdw blurRad="571500" sx="102000" sy="102000" algn="ctr" rotWithShape="0">
              <a:prstClr val="black">
                <a:alpha val="10000"/>
              </a:prstClr>
            </a:outerShdw>
          </a:effectLst>
        </p:spPr>
        <p:txBody>
          <a:bodyPr wrap="square" anchor="ctr">
            <a:noAutofit/>
          </a:bodyPr>
          <a:lstStyle>
            <a:lvl1pPr>
              <a:defRPr lang="en-US" sz="140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91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8">
            <a:extLst>
              <a:ext uri="{FF2B5EF4-FFF2-40B4-BE49-F238E27FC236}">
                <a16:creationId xmlns:a16="http://schemas.microsoft.com/office/drawing/2014/main" id="{4AE1FADC-914B-450D-A010-737A6017ED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52069" y="2839713"/>
            <a:ext cx="3493126" cy="3493126"/>
          </a:xfrm>
          <a:custGeom>
            <a:avLst/>
            <a:gdLst>
              <a:gd name="connsiteX0" fmla="*/ 1746563 w 3493126"/>
              <a:gd name="connsiteY0" fmla="*/ 0 h 3493126"/>
              <a:gd name="connsiteX1" fmla="*/ 3493126 w 3493126"/>
              <a:gd name="connsiteY1" fmla="*/ 1746563 h 3493126"/>
              <a:gd name="connsiteX2" fmla="*/ 1746563 w 3493126"/>
              <a:gd name="connsiteY2" fmla="*/ 3493126 h 3493126"/>
              <a:gd name="connsiteX3" fmla="*/ 0 w 3493126"/>
              <a:gd name="connsiteY3" fmla="*/ 1746563 h 3493126"/>
              <a:gd name="connsiteX4" fmla="*/ 1746563 w 3493126"/>
              <a:gd name="connsiteY4" fmla="*/ 0 h 3493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126" h="3493126">
                <a:moveTo>
                  <a:pt x="1746563" y="0"/>
                </a:moveTo>
                <a:cubicBezTo>
                  <a:pt x="2711163" y="0"/>
                  <a:pt x="3493126" y="781963"/>
                  <a:pt x="3493126" y="1746563"/>
                </a:cubicBezTo>
                <a:cubicBezTo>
                  <a:pt x="3493126" y="2711163"/>
                  <a:pt x="2711163" y="3493126"/>
                  <a:pt x="1746563" y="3493126"/>
                </a:cubicBezTo>
                <a:cubicBezTo>
                  <a:pt x="781963" y="3493126"/>
                  <a:pt x="0" y="2711163"/>
                  <a:pt x="0" y="1746563"/>
                </a:cubicBezTo>
                <a:cubicBezTo>
                  <a:pt x="0" y="781963"/>
                  <a:pt x="781963" y="0"/>
                  <a:pt x="174656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US" sz="11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</a:p>
        </p:txBody>
      </p:sp>
      <p:sp>
        <p:nvSpPr>
          <p:cNvPr id="3" name="Picture Placeholder 32">
            <a:extLst>
              <a:ext uri="{FF2B5EF4-FFF2-40B4-BE49-F238E27FC236}">
                <a16:creationId xmlns:a16="http://schemas.microsoft.com/office/drawing/2014/main" id="{A5BB7395-18DA-460E-8F61-A226F272DBA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934515" y="3586557"/>
            <a:ext cx="1443782" cy="1443782"/>
          </a:xfrm>
          <a:custGeom>
            <a:avLst/>
            <a:gdLst>
              <a:gd name="connsiteX0" fmla="*/ 721891 w 1443782"/>
              <a:gd name="connsiteY0" fmla="*/ 0 h 1443782"/>
              <a:gd name="connsiteX1" fmla="*/ 1443782 w 1443782"/>
              <a:gd name="connsiteY1" fmla="*/ 721891 h 1443782"/>
              <a:gd name="connsiteX2" fmla="*/ 721891 w 1443782"/>
              <a:gd name="connsiteY2" fmla="*/ 1443782 h 1443782"/>
              <a:gd name="connsiteX3" fmla="*/ 0 w 1443782"/>
              <a:gd name="connsiteY3" fmla="*/ 721891 h 1443782"/>
              <a:gd name="connsiteX4" fmla="*/ 721891 w 1443782"/>
              <a:gd name="connsiteY4" fmla="*/ 0 h 1443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3782" h="1443782">
                <a:moveTo>
                  <a:pt x="721891" y="0"/>
                </a:moveTo>
                <a:cubicBezTo>
                  <a:pt x="1120580" y="0"/>
                  <a:pt x="1443782" y="323202"/>
                  <a:pt x="1443782" y="721891"/>
                </a:cubicBezTo>
                <a:cubicBezTo>
                  <a:pt x="1443782" y="1120580"/>
                  <a:pt x="1120580" y="1443782"/>
                  <a:pt x="721891" y="1443782"/>
                </a:cubicBezTo>
                <a:cubicBezTo>
                  <a:pt x="323202" y="1443782"/>
                  <a:pt x="0" y="1120580"/>
                  <a:pt x="0" y="721891"/>
                </a:cubicBezTo>
                <a:cubicBezTo>
                  <a:pt x="0" y="323202"/>
                  <a:pt x="323202" y="0"/>
                  <a:pt x="72189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US" sz="11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</a:p>
        </p:txBody>
      </p:sp>
      <p:sp>
        <p:nvSpPr>
          <p:cNvPr id="4" name="Picture Placeholder 30">
            <a:extLst>
              <a:ext uri="{FF2B5EF4-FFF2-40B4-BE49-F238E27FC236}">
                <a16:creationId xmlns:a16="http://schemas.microsoft.com/office/drawing/2014/main" id="{FB3F915E-718F-4B17-BFCF-D1ADF45C080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80002" y="769526"/>
            <a:ext cx="2401826" cy="2401826"/>
          </a:xfrm>
          <a:custGeom>
            <a:avLst/>
            <a:gdLst>
              <a:gd name="connsiteX0" fmla="*/ 1200913 w 2401826"/>
              <a:gd name="connsiteY0" fmla="*/ 0 h 2401826"/>
              <a:gd name="connsiteX1" fmla="*/ 2401826 w 2401826"/>
              <a:gd name="connsiteY1" fmla="*/ 1200913 h 2401826"/>
              <a:gd name="connsiteX2" fmla="*/ 1200913 w 2401826"/>
              <a:gd name="connsiteY2" fmla="*/ 2401826 h 2401826"/>
              <a:gd name="connsiteX3" fmla="*/ 0 w 2401826"/>
              <a:gd name="connsiteY3" fmla="*/ 1200913 h 2401826"/>
              <a:gd name="connsiteX4" fmla="*/ 1200913 w 2401826"/>
              <a:gd name="connsiteY4" fmla="*/ 0 h 2401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1826" h="2401826">
                <a:moveTo>
                  <a:pt x="1200913" y="0"/>
                </a:moveTo>
                <a:cubicBezTo>
                  <a:pt x="1864159" y="0"/>
                  <a:pt x="2401826" y="537667"/>
                  <a:pt x="2401826" y="1200913"/>
                </a:cubicBezTo>
                <a:cubicBezTo>
                  <a:pt x="2401826" y="1864159"/>
                  <a:pt x="1864159" y="2401826"/>
                  <a:pt x="1200913" y="2401826"/>
                </a:cubicBezTo>
                <a:cubicBezTo>
                  <a:pt x="537667" y="2401826"/>
                  <a:pt x="0" y="1864159"/>
                  <a:pt x="0" y="1200913"/>
                </a:cubicBezTo>
                <a:cubicBezTo>
                  <a:pt x="0" y="537667"/>
                  <a:pt x="537667" y="0"/>
                  <a:pt x="120091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US" sz="11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169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AC11B02-E681-417E-B32C-790E954BA9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1775" y="1128713"/>
            <a:ext cx="1581150" cy="4600575"/>
          </a:xfrm>
          <a:custGeom>
            <a:avLst/>
            <a:gdLst>
              <a:gd name="connsiteX0" fmla="*/ 790575 w 1581150"/>
              <a:gd name="connsiteY0" fmla="*/ 0 h 4600575"/>
              <a:gd name="connsiteX1" fmla="*/ 1581150 w 1581150"/>
              <a:gd name="connsiteY1" fmla="*/ 790575 h 4600575"/>
              <a:gd name="connsiteX2" fmla="*/ 1581150 w 1581150"/>
              <a:gd name="connsiteY2" fmla="*/ 3810000 h 4600575"/>
              <a:gd name="connsiteX3" fmla="*/ 790575 w 1581150"/>
              <a:gd name="connsiteY3" fmla="*/ 4600575 h 4600575"/>
              <a:gd name="connsiteX4" fmla="*/ 0 w 1581150"/>
              <a:gd name="connsiteY4" fmla="*/ 3810000 h 4600575"/>
              <a:gd name="connsiteX5" fmla="*/ 0 w 1581150"/>
              <a:gd name="connsiteY5" fmla="*/ 790575 h 4600575"/>
              <a:gd name="connsiteX6" fmla="*/ 790575 w 1581150"/>
              <a:gd name="connsiteY6" fmla="*/ 0 h 460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1150" h="4600575">
                <a:moveTo>
                  <a:pt x="790575" y="0"/>
                </a:moveTo>
                <a:cubicBezTo>
                  <a:pt x="1227198" y="0"/>
                  <a:pt x="1581150" y="353952"/>
                  <a:pt x="1581150" y="790575"/>
                </a:cubicBezTo>
                <a:lnTo>
                  <a:pt x="1581150" y="3810000"/>
                </a:lnTo>
                <a:cubicBezTo>
                  <a:pt x="1581150" y="4246623"/>
                  <a:pt x="1227198" y="4600575"/>
                  <a:pt x="790575" y="4600575"/>
                </a:cubicBezTo>
                <a:cubicBezTo>
                  <a:pt x="353952" y="4600575"/>
                  <a:pt x="0" y="4246623"/>
                  <a:pt x="0" y="3810000"/>
                </a:cubicBezTo>
                <a:lnTo>
                  <a:pt x="0" y="790575"/>
                </a:lnTo>
                <a:cubicBezTo>
                  <a:pt x="0" y="353952"/>
                  <a:pt x="353952" y="0"/>
                  <a:pt x="790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EEE8D0B-07A4-4694-9A82-482795282C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53425" y="-300037"/>
            <a:ext cx="1581150" cy="4600575"/>
          </a:xfrm>
          <a:custGeom>
            <a:avLst/>
            <a:gdLst>
              <a:gd name="connsiteX0" fmla="*/ 790575 w 1581150"/>
              <a:gd name="connsiteY0" fmla="*/ 0 h 4600575"/>
              <a:gd name="connsiteX1" fmla="*/ 1581150 w 1581150"/>
              <a:gd name="connsiteY1" fmla="*/ 790575 h 4600575"/>
              <a:gd name="connsiteX2" fmla="*/ 1581150 w 1581150"/>
              <a:gd name="connsiteY2" fmla="*/ 3810000 h 4600575"/>
              <a:gd name="connsiteX3" fmla="*/ 790575 w 1581150"/>
              <a:gd name="connsiteY3" fmla="*/ 4600575 h 4600575"/>
              <a:gd name="connsiteX4" fmla="*/ 0 w 1581150"/>
              <a:gd name="connsiteY4" fmla="*/ 3810000 h 4600575"/>
              <a:gd name="connsiteX5" fmla="*/ 0 w 1581150"/>
              <a:gd name="connsiteY5" fmla="*/ 790575 h 4600575"/>
              <a:gd name="connsiteX6" fmla="*/ 790575 w 1581150"/>
              <a:gd name="connsiteY6" fmla="*/ 0 h 460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1150" h="4600575">
                <a:moveTo>
                  <a:pt x="790575" y="0"/>
                </a:moveTo>
                <a:cubicBezTo>
                  <a:pt x="1227198" y="0"/>
                  <a:pt x="1581150" y="353952"/>
                  <a:pt x="1581150" y="790575"/>
                </a:cubicBezTo>
                <a:lnTo>
                  <a:pt x="1581150" y="3810000"/>
                </a:lnTo>
                <a:cubicBezTo>
                  <a:pt x="1581150" y="4246623"/>
                  <a:pt x="1227198" y="4600575"/>
                  <a:pt x="790575" y="4600575"/>
                </a:cubicBezTo>
                <a:cubicBezTo>
                  <a:pt x="353952" y="4600575"/>
                  <a:pt x="0" y="4246623"/>
                  <a:pt x="0" y="3810000"/>
                </a:cubicBezTo>
                <a:lnTo>
                  <a:pt x="0" y="790575"/>
                </a:lnTo>
                <a:cubicBezTo>
                  <a:pt x="0" y="353952"/>
                  <a:pt x="353952" y="0"/>
                  <a:pt x="790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FF38E25-FEF5-4B18-B8ED-68A87843DD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15550" y="-2176462"/>
            <a:ext cx="1581150" cy="4600575"/>
          </a:xfrm>
          <a:custGeom>
            <a:avLst/>
            <a:gdLst>
              <a:gd name="connsiteX0" fmla="*/ 790575 w 1581150"/>
              <a:gd name="connsiteY0" fmla="*/ 0 h 4600575"/>
              <a:gd name="connsiteX1" fmla="*/ 1581150 w 1581150"/>
              <a:gd name="connsiteY1" fmla="*/ 790575 h 4600575"/>
              <a:gd name="connsiteX2" fmla="*/ 1581150 w 1581150"/>
              <a:gd name="connsiteY2" fmla="*/ 3810000 h 4600575"/>
              <a:gd name="connsiteX3" fmla="*/ 790575 w 1581150"/>
              <a:gd name="connsiteY3" fmla="*/ 4600575 h 4600575"/>
              <a:gd name="connsiteX4" fmla="*/ 0 w 1581150"/>
              <a:gd name="connsiteY4" fmla="*/ 3810000 h 4600575"/>
              <a:gd name="connsiteX5" fmla="*/ 0 w 1581150"/>
              <a:gd name="connsiteY5" fmla="*/ 790575 h 4600575"/>
              <a:gd name="connsiteX6" fmla="*/ 790575 w 1581150"/>
              <a:gd name="connsiteY6" fmla="*/ 0 h 460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1150" h="4600575">
                <a:moveTo>
                  <a:pt x="790575" y="0"/>
                </a:moveTo>
                <a:cubicBezTo>
                  <a:pt x="1227198" y="0"/>
                  <a:pt x="1581150" y="353952"/>
                  <a:pt x="1581150" y="790575"/>
                </a:cubicBezTo>
                <a:lnTo>
                  <a:pt x="1581150" y="3810000"/>
                </a:lnTo>
                <a:cubicBezTo>
                  <a:pt x="1581150" y="4246623"/>
                  <a:pt x="1227198" y="4600575"/>
                  <a:pt x="790575" y="4600575"/>
                </a:cubicBezTo>
                <a:cubicBezTo>
                  <a:pt x="353952" y="4600575"/>
                  <a:pt x="0" y="4246623"/>
                  <a:pt x="0" y="3810000"/>
                </a:cubicBezTo>
                <a:lnTo>
                  <a:pt x="0" y="790575"/>
                </a:lnTo>
                <a:cubicBezTo>
                  <a:pt x="0" y="353952"/>
                  <a:pt x="353952" y="0"/>
                  <a:pt x="790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345E1EA-75FA-440A-AED5-CCA9DC370C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15550" y="2687638"/>
            <a:ext cx="1581150" cy="5529262"/>
          </a:xfrm>
          <a:custGeom>
            <a:avLst/>
            <a:gdLst>
              <a:gd name="connsiteX0" fmla="*/ 790575 w 1581150"/>
              <a:gd name="connsiteY0" fmla="*/ 0 h 5529262"/>
              <a:gd name="connsiteX1" fmla="*/ 1581150 w 1581150"/>
              <a:gd name="connsiteY1" fmla="*/ 790575 h 5529262"/>
              <a:gd name="connsiteX2" fmla="*/ 1581150 w 1581150"/>
              <a:gd name="connsiteY2" fmla="*/ 4738687 h 5529262"/>
              <a:gd name="connsiteX3" fmla="*/ 790575 w 1581150"/>
              <a:gd name="connsiteY3" fmla="*/ 5529262 h 5529262"/>
              <a:gd name="connsiteX4" fmla="*/ 0 w 1581150"/>
              <a:gd name="connsiteY4" fmla="*/ 4738687 h 5529262"/>
              <a:gd name="connsiteX5" fmla="*/ 0 w 1581150"/>
              <a:gd name="connsiteY5" fmla="*/ 790575 h 5529262"/>
              <a:gd name="connsiteX6" fmla="*/ 790575 w 1581150"/>
              <a:gd name="connsiteY6" fmla="*/ 0 h 5529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1150" h="5529262">
                <a:moveTo>
                  <a:pt x="790575" y="0"/>
                </a:moveTo>
                <a:cubicBezTo>
                  <a:pt x="1227198" y="0"/>
                  <a:pt x="1581150" y="353952"/>
                  <a:pt x="1581150" y="790575"/>
                </a:cubicBezTo>
                <a:lnTo>
                  <a:pt x="1581150" y="4738687"/>
                </a:lnTo>
                <a:cubicBezTo>
                  <a:pt x="1581150" y="5175310"/>
                  <a:pt x="1227198" y="5529262"/>
                  <a:pt x="790575" y="5529262"/>
                </a:cubicBezTo>
                <a:cubicBezTo>
                  <a:pt x="353952" y="5529262"/>
                  <a:pt x="0" y="5175310"/>
                  <a:pt x="0" y="4738687"/>
                </a:cubicBezTo>
                <a:lnTo>
                  <a:pt x="0" y="790575"/>
                </a:lnTo>
                <a:cubicBezTo>
                  <a:pt x="0" y="353952"/>
                  <a:pt x="353952" y="0"/>
                  <a:pt x="790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E158A08-A2EE-47BC-A1A7-B2EE63A93C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53425" y="4557712"/>
            <a:ext cx="1581150" cy="4600575"/>
          </a:xfrm>
          <a:custGeom>
            <a:avLst/>
            <a:gdLst>
              <a:gd name="connsiteX0" fmla="*/ 790575 w 1581150"/>
              <a:gd name="connsiteY0" fmla="*/ 0 h 4600575"/>
              <a:gd name="connsiteX1" fmla="*/ 1581150 w 1581150"/>
              <a:gd name="connsiteY1" fmla="*/ 790575 h 4600575"/>
              <a:gd name="connsiteX2" fmla="*/ 1581150 w 1581150"/>
              <a:gd name="connsiteY2" fmla="*/ 3810000 h 4600575"/>
              <a:gd name="connsiteX3" fmla="*/ 790575 w 1581150"/>
              <a:gd name="connsiteY3" fmla="*/ 4600575 h 4600575"/>
              <a:gd name="connsiteX4" fmla="*/ 0 w 1581150"/>
              <a:gd name="connsiteY4" fmla="*/ 3810000 h 4600575"/>
              <a:gd name="connsiteX5" fmla="*/ 0 w 1581150"/>
              <a:gd name="connsiteY5" fmla="*/ 790575 h 4600575"/>
              <a:gd name="connsiteX6" fmla="*/ 790575 w 1581150"/>
              <a:gd name="connsiteY6" fmla="*/ 0 h 4600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1150" h="4600575">
                <a:moveTo>
                  <a:pt x="790575" y="0"/>
                </a:moveTo>
                <a:cubicBezTo>
                  <a:pt x="1227198" y="0"/>
                  <a:pt x="1581150" y="353952"/>
                  <a:pt x="1581150" y="790575"/>
                </a:cubicBezTo>
                <a:lnTo>
                  <a:pt x="1581150" y="3810000"/>
                </a:lnTo>
                <a:cubicBezTo>
                  <a:pt x="1581150" y="4246623"/>
                  <a:pt x="1227198" y="4600575"/>
                  <a:pt x="790575" y="4600575"/>
                </a:cubicBezTo>
                <a:cubicBezTo>
                  <a:pt x="353952" y="4600575"/>
                  <a:pt x="0" y="4246623"/>
                  <a:pt x="0" y="3810000"/>
                </a:cubicBezTo>
                <a:lnTo>
                  <a:pt x="0" y="790575"/>
                </a:lnTo>
                <a:cubicBezTo>
                  <a:pt x="0" y="353952"/>
                  <a:pt x="353952" y="0"/>
                  <a:pt x="79057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3250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 nodePh="1">
                                  <p:stCondLst>
                                    <p:cond delay="75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1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4" grpId="0"/>
      <p:bldP spid="14" grpId="1"/>
      <p:bldP spid="16" grpId="0"/>
      <p:bldP spid="16" grpId="1"/>
      <p:bldP spid="17" grpId="0"/>
      <p:bldP spid="17" grpId="1"/>
      <p:bldP spid="13" grpId="0"/>
      <p:bldP spid="13" grpId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B718927-541B-4EB0-B70F-2B64DC7AEB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1775" y="-2176462"/>
            <a:ext cx="5114925" cy="11334749"/>
          </a:xfrm>
          <a:custGeom>
            <a:avLst/>
            <a:gdLst>
              <a:gd name="connsiteX0" fmla="*/ 2562225 w 5114925"/>
              <a:gd name="connsiteY0" fmla="*/ 6734174 h 11334749"/>
              <a:gd name="connsiteX1" fmla="*/ 3352800 w 5114925"/>
              <a:gd name="connsiteY1" fmla="*/ 7524749 h 11334749"/>
              <a:gd name="connsiteX2" fmla="*/ 3352800 w 5114925"/>
              <a:gd name="connsiteY2" fmla="*/ 10544174 h 11334749"/>
              <a:gd name="connsiteX3" fmla="*/ 2562225 w 5114925"/>
              <a:gd name="connsiteY3" fmla="*/ 11334749 h 11334749"/>
              <a:gd name="connsiteX4" fmla="*/ 1771650 w 5114925"/>
              <a:gd name="connsiteY4" fmla="*/ 10544174 h 11334749"/>
              <a:gd name="connsiteX5" fmla="*/ 1771650 w 5114925"/>
              <a:gd name="connsiteY5" fmla="*/ 7524749 h 11334749"/>
              <a:gd name="connsiteX6" fmla="*/ 2562225 w 5114925"/>
              <a:gd name="connsiteY6" fmla="*/ 6734174 h 11334749"/>
              <a:gd name="connsiteX7" fmla="*/ 4324350 w 5114925"/>
              <a:gd name="connsiteY7" fmla="*/ 4864101 h 11334749"/>
              <a:gd name="connsiteX8" fmla="*/ 5114925 w 5114925"/>
              <a:gd name="connsiteY8" fmla="*/ 5654675 h 11334749"/>
              <a:gd name="connsiteX9" fmla="*/ 5114925 w 5114925"/>
              <a:gd name="connsiteY9" fmla="*/ 9602787 h 11334749"/>
              <a:gd name="connsiteX10" fmla="*/ 4324350 w 5114925"/>
              <a:gd name="connsiteY10" fmla="*/ 10393362 h 11334749"/>
              <a:gd name="connsiteX11" fmla="*/ 3533775 w 5114925"/>
              <a:gd name="connsiteY11" fmla="*/ 9602787 h 11334749"/>
              <a:gd name="connsiteX12" fmla="*/ 3533775 w 5114925"/>
              <a:gd name="connsiteY12" fmla="*/ 5654675 h 11334749"/>
              <a:gd name="connsiteX13" fmla="*/ 4324350 w 5114925"/>
              <a:gd name="connsiteY13" fmla="*/ 4864101 h 11334749"/>
              <a:gd name="connsiteX14" fmla="*/ 790575 w 5114925"/>
              <a:gd name="connsiteY14" fmla="*/ 3305176 h 11334749"/>
              <a:gd name="connsiteX15" fmla="*/ 1581150 w 5114925"/>
              <a:gd name="connsiteY15" fmla="*/ 4095750 h 11334749"/>
              <a:gd name="connsiteX16" fmla="*/ 1581150 w 5114925"/>
              <a:gd name="connsiteY16" fmla="*/ 7115175 h 11334749"/>
              <a:gd name="connsiteX17" fmla="*/ 790575 w 5114925"/>
              <a:gd name="connsiteY17" fmla="*/ 7905750 h 11334749"/>
              <a:gd name="connsiteX18" fmla="*/ 0 w 5114925"/>
              <a:gd name="connsiteY18" fmla="*/ 7115175 h 11334749"/>
              <a:gd name="connsiteX19" fmla="*/ 0 w 5114925"/>
              <a:gd name="connsiteY19" fmla="*/ 4095750 h 11334749"/>
              <a:gd name="connsiteX20" fmla="*/ 790575 w 5114925"/>
              <a:gd name="connsiteY20" fmla="*/ 3305176 h 11334749"/>
              <a:gd name="connsiteX21" fmla="*/ 2562225 w 5114925"/>
              <a:gd name="connsiteY21" fmla="*/ 1876425 h 11334749"/>
              <a:gd name="connsiteX22" fmla="*/ 3352800 w 5114925"/>
              <a:gd name="connsiteY22" fmla="*/ 2667001 h 11334749"/>
              <a:gd name="connsiteX23" fmla="*/ 3352800 w 5114925"/>
              <a:gd name="connsiteY23" fmla="*/ 5686425 h 11334749"/>
              <a:gd name="connsiteX24" fmla="*/ 2562225 w 5114925"/>
              <a:gd name="connsiteY24" fmla="*/ 6477000 h 11334749"/>
              <a:gd name="connsiteX25" fmla="*/ 1771650 w 5114925"/>
              <a:gd name="connsiteY25" fmla="*/ 5686425 h 11334749"/>
              <a:gd name="connsiteX26" fmla="*/ 1771650 w 5114925"/>
              <a:gd name="connsiteY26" fmla="*/ 2667001 h 11334749"/>
              <a:gd name="connsiteX27" fmla="*/ 2562225 w 5114925"/>
              <a:gd name="connsiteY27" fmla="*/ 1876425 h 11334749"/>
              <a:gd name="connsiteX28" fmla="*/ 4324350 w 5114925"/>
              <a:gd name="connsiteY28" fmla="*/ 0 h 11334749"/>
              <a:gd name="connsiteX29" fmla="*/ 5114925 w 5114925"/>
              <a:gd name="connsiteY29" fmla="*/ 790576 h 11334749"/>
              <a:gd name="connsiteX30" fmla="*/ 5114925 w 5114925"/>
              <a:gd name="connsiteY30" fmla="*/ 3810000 h 11334749"/>
              <a:gd name="connsiteX31" fmla="*/ 4324350 w 5114925"/>
              <a:gd name="connsiteY31" fmla="*/ 4600576 h 11334749"/>
              <a:gd name="connsiteX32" fmla="*/ 3533775 w 5114925"/>
              <a:gd name="connsiteY32" fmla="*/ 3810000 h 11334749"/>
              <a:gd name="connsiteX33" fmla="*/ 3533775 w 5114925"/>
              <a:gd name="connsiteY33" fmla="*/ 790576 h 11334749"/>
              <a:gd name="connsiteX34" fmla="*/ 4324350 w 5114925"/>
              <a:gd name="connsiteY34" fmla="*/ 0 h 11334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114925" h="11334749">
                <a:moveTo>
                  <a:pt x="2562225" y="6734174"/>
                </a:moveTo>
                <a:cubicBezTo>
                  <a:pt x="2998848" y="6734174"/>
                  <a:pt x="3352800" y="7088126"/>
                  <a:pt x="3352800" y="7524749"/>
                </a:cubicBezTo>
                <a:lnTo>
                  <a:pt x="3352800" y="10544174"/>
                </a:lnTo>
                <a:cubicBezTo>
                  <a:pt x="3352800" y="10980797"/>
                  <a:pt x="2998848" y="11334749"/>
                  <a:pt x="2562225" y="11334749"/>
                </a:cubicBezTo>
                <a:cubicBezTo>
                  <a:pt x="2125602" y="11334749"/>
                  <a:pt x="1771650" y="10980797"/>
                  <a:pt x="1771650" y="10544174"/>
                </a:cubicBezTo>
                <a:lnTo>
                  <a:pt x="1771650" y="7524749"/>
                </a:lnTo>
                <a:cubicBezTo>
                  <a:pt x="1771650" y="7088126"/>
                  <a:pt x="2125602" y="6734174"/>
                  <a:pt x="2562225" y="6734174"/>
                </a:cubicBezTo>
                <a:close/>
                <a:moveTo>
                  <a:pt x="4324350" y="4864101"/>
                </a:moveTo>
                <a:cubicBezTo>
                  <a:pt x="4760973" y="4864101"/>
                  <a:pt x="5114925" y="5218052"/>
                  <a:pt x="5114925" y="5654675"/>
                </a:cubicBezTo>
                <a:lnTo>
                  <a:pt x="5114925" y="9602787"/>
                </a:lnTo>
                <a:cubicBezTo>
                  <a:pt x="5114925" y="10039410"/>
                  <a:pt x="4760973" y="10393362"/>
                  <a:pt x="4324350" y="10393362"/>
                </a:cubicBezTo>
                <a:cubicBezTo>
                  <a:pt x="3887727" y="10393362"/>
                  <a:pt x="3533775" y="10039410"/>
                  <a:pt x="3533775" y="9602787"/>
                </a:cubicBezTo>
                <a:lnTo>
                  <a:pt x="3533775" y="5654675"/>
                </a:lnTo>
                <a:cubicBezTo>
                  <a:pt x="3533775" y="5218052"/>
                  <a:pt x="3887727" y="4864101"/>
                  <a:pt x="4324350" y="4864101"/>
                </a:cubicBezTo>
                <a:close/>
                <a:moveTo>
                  <a:pt x="790575" y="3305176"/>
                </a:moveTo>
                <a:cubicBezTo>
                  <a:pt x="1227198" y="3305176"/>
                  <a:pt x="1581150" y="3659128"/>
                  <a:pt x="1581150" y="4095750"/>
                </a:cubicBezTo>
                <a:lnTo>
                  <a:pt x="1581150" y="7115175"/>
                </a:lnTo>
                <a:cubicBezTo>
                  <a:pt x="1581150" y="7551798"/>
                  <a:pt x="1227198" y="7905750"/>
                  <a:pt x="790575" y="7905750"/>
                </a:cubicBezTo>
                <a:cubicBezTo>
                  <a:pt x="353952" y="7905750"/>
                  <a:pt x="0" y="7551798"/>
                  <a:pt x="0" y="7115175"/>
                </a:cubicBezTo>
                <a:lnTo>
                  <a:pt x="0" y="4095750"/>
                </a:lnTo>
                <a:cubicBezTo>
                  <a:pt x="0" y="3659128"/>
                  <a:pt x="353952" y="3305176"/>
                  <a:pt x="790575" y="3305176"/>
                </a:cubicBezTo>
                <a:close/>
                <a:moveTo>
                  <a:pt x="2562225" y="1876425"/>
                </a:moveTo>
                <a:cubicBezTo>
                  <a:pt x="2998848" y="1876425"/>
                  <a:pt x="3352800" y="2230378"/>
                  <a:pt x="3352800" y="2667001"/>
                </a:cubicBezTo>
                <a:lnTo>
                  <a:pt x="3352800" y="5686425"/>
                </a:lnTo>
                <a:cubicBezTo>
                  <a:pt x="3352800" y="6123048"/>
                  <a:pt x="2998848" y="6477000"/>
                  <a:pt x="2562225" y="6477000"/>
                </a:cubicBezTo>
                <a:cubicBezTo>
                  <a:pt x="2125602" y="6477000"/>
                  <a:pt x="1771650" y="6123048"/>
                  <a:pt x="1771650" y="5686425"/>
                </a:cubicBezTo>
                <a:lnTo>
                  <a:pt x="1771650" y="2667001"/>
                </a:lnTo>
                <a:cubicBezTo>
                  <a:pt x="1771650" y="2230378"/>
                  <a:pt x="2125602" y="1876425"/>
                  <a:pt x="2562225" y="1876425"/>
                </a:cubicBezTo>
                <a:close/>
                <a:moveTo>
                  <a:pt x="4324350" y="0"/>
                </a:moveTo>
                <a:cubicBezTo>
                  <a:pt x="4760973" y="0"/>
                  <a:pt x="5114925" y="353952"/>
                  <a:pt x="5114925" y="790576"/>
                </a:cubicBezTo>
                <a:lnTo>
                  <a:pt x="5114925" y="3810000"/>
                </a:lnTo>
                <a:cubicBezTo>
                  <a:pt x="5114925" y="4246624"/>
                  <a:pt x="4760973" y="4600576"/>
                  <a:pt x="4324350" y="4600576"/>
                </a:cubicBezTo>
                <a:cubicBezTo>
                  <a:pt x="3887727" y="4600576"/>
                  <a:pt x="3533775" y="4246624"/>
                  <a:pt x="3533775" y="3810000"/>
                </a:cubicBezTo>
                <a:lnTo>
                  <a:pt x="3533775" y="790576"/>
                </a:lnTo>
                <a:cubicBezTo>
                  <a:pt x="3533775" y="353952"/>
                  <a:pt x="3887727" y="0"/>
                  <a:pt x="432435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026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95BA59F-5194-4B2F-B5FA-A574D00A2F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AD337B-6791-4D5B-9A87-340A3BF68B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461500" cy="6858000"/>
          </a:xfrm>
          <a:custGeom>
            <a:avLst/>
            <a:gdLst>
              <a:gd name="connsiteX0" fmla="*/ 0 w 9461500"/>
              <a:gd name="connsiteY0" fmla="*/ 0 h 6858000"/>
              <a:gd name="connsiteX1" fmla="*/ 9461500 w 9461500"/>
              <a:gd name="connsiteY1" fmla="*/ 0 h 6858000"/>
              <a:gd name="connsiteX2" fmla="*/ 9461500 w 9461500"/>
              <a:gd name="connsiteY2" fmla="*/ 6858000 h 6858000"/>
              <a:gd name="connsiteX3" fmla="*/ 0 w 9461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61500" h="6858000">
                <a:moveTo>
                  <a:pt x="0" y="0"/>
                </a:moveTo>
                <a:lnTo>
                  <a:pt x="9461500" y="0"/>
                </a:lnTo>
                <a:lnTo>
                  <a:pt x="94615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28600" dist="38100" algn="l" rotWithShape="0">
              <a:prstClr val="black">
                <a:alpha val="37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5394A0-6FA4-4FDF-A392-94EF7A8B6A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667500" cy="6858000"/>
          </a:xfrm>
          <a:custGeom>
            <a:avLst/>
            <a:gdLst>
              <a:gd name="connsiteX0" fmla="*/ 0 w 6667500"/>
              <a:gd name="connsiteY0" fmla="*/ 0 h 6858000"/>
              <a:gd name="connsiteX1" fmla="*/ 6667500 w 6667500"/>
              <a:gd name="connsiteY1" fmla="*/ 0 h 6858000"/>
              <a:gd name="connsiteX2" fmla="*/ 6667500 w 6667500"/>
              <a:gd name="connsiteY2" fmla="*/ 6858000 h 6858000"/>
              <a:gd name="connsiteX3" fmla="*/ 0 w 66675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67500" h="6858000">
                <a:moveTo>
                  <a:pt x="0" y="0"/>
                </a:moveTo>
                <a:lnTo>
                  <a:pt x="6667500" y="0"/>
                </a:lnTo>
                <a:lnTo>
                  <a:pt x="6667500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28600" dist="38100" algn="l" rotWithShape="0">
              <a:prstClr val="black">
                <a:alpha val="37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91423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1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125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/>
      <p:bldP spid="10" grpId="0"/>
      <p:bldP spid="9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4FE80609-FAE8-4B03-81C3-6E8347A608C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9301" y="2889250"/>
            <a:ext cx="10566399" cy="3073400"/>
          </a:xfrm>
          <a:custGeom>
            <a:avLst/>
            <a:gdLst>
              <a:gd name="connsiteX0" fmla="*/ 9016999 w 10566399"/>
              <a:gd name="connsiteY0" fmla="*/ 2108200 h 3073400"/>
              <a:gd name="connsiteX1" fmla="*/ 9499599 w 10566399"/>
              <a:gd name="connsiteY1" fmla="*/ 2590800 h 3073400"/>
              <a:gd name="connsiteX2" fmla="*/ 9016999 w 10566399"/>
              <a:gd name="connsiteY2" fmla="*/ 3073400 h 3073400"/>
              <a:gd name="connsiteX3" fmla="*/ 8534399 w 10566399"/>
              <a:gd name="connsiteY3" fmla="*/ 2590800 h 3073400"/>
              <a:gd name="connsiteX4" fmla="*/ 9016999 w 10566399"/>
              <a:gd name="connsiteY4" fmla="*/ 2108200 h 3073400"/>
              <a:gd name="connsiteX5" fmla="*/ 7950199 w 10566399"/>
              <a:gd name="connsiteY5" fmla="*/ 2108200 h 3073400"/>
              <a:gd name="connsiteX6" fmla="*/ 8432799 w 10566399"/>
              <a:gd name="connsiteY6" fmla="*/ 2590800 h 3073400"/>
              <a:gd name="connsiteX7" fmla="*/ 7950199 w 10566399"/>
              <a:gd name="connsiteY7" fmla="*/ 3073400 h 3073400"/>
              <a:gd name="connsiteX8" fmla="*/ 7467599 w 10566399"/>
              <a:gd name="connsiteY8" fmla="*/ 2590800 h 3073400"/>
              <a:gd name="connsiteX9" fmla="*/ 7950199 w 10566399"/>
              <a:gd name="connsiteY9" fmla="*/ 2108200 h 3073400"/>
              <a:gd name="connsiteX10" fmla="*/ 6883399 w 10566399"/>
              <a:gd name="connsiteY10" fmla="*/ 2108200 h 3073400"/>
              <a:gd name="connsiteX11" fmla="*/ 7365999 w 10566399"/>
              <a:gd name="connsiteY11" fmla="*/ 2590800 h 3073400"/>
              <a:gd name="connsiteX12" fmla="*/ 6883399 w 10566399"/>
              <a:gd name="connsiteY12" fmla="*/ 3073400 h 3073400"/>
              <a:gd name="connsiteX13" fmla="*/ 6400799 w 10566399"/>
              <a:gd name="connsiteY13" fmla="*/ 2590800 h 3073400"/>
              <a:gd name="connsiteX14" fmla="*/ 6883399 w 10566399"/>
              <a:gd name="connsiteY14" fmla="*/ 2108200 h 3073400"/>
              <a:gd name="connsiteX15" fmla="*/ 4749799 w 10566399"/>
              <a:gd name="connsiteY15" fmla="*/ 2108200 h 3073400"/>
              <a:gd name="connsiteX16" fmla="*/ 5232399 w 10566399"/>
              <a:gd name="connsiteY16" fmla="*/ 2590800 h 3073400"/>
              <a:gd name="connsiteX17" fmla="*/ 4749799 w 10566399"/>
              <a:gd name="connsiteY17" fmla="*/ 3073400 h 3073400"/>
              <a:gd name="connsiteX18" fmla="*/ 4267199 w 10566399"/>
              <a:gd name="connsiteY18" fmla="*/ 2590800 h 3073400"/>
              <a:gd name="connsiteX19" fmla="*/ 4749799 w 10566399"/>
              <a:gd name="connsiteY19" fmla="*/ 2108200 h 3073400"/>
              <a:gd name="connsiteX20" fmla="*/ 3682999 w 10566399"/>
              <a:gd name="connsiteY20" fmla="*/ 2108200 h 3073400"/>
              <a:gd name="connsiteX21" fmla="*/ 4165599 w 10566399"/>
              <a:gd name="connsiteY21" fmla="*/ 2590800 h 3073400"/>
              <a:gd name="connsiteX22" fmla="*/ 3682999 w 10566399"/>
              <a:gd name="connsiteY22" fmla="*/ 3073400 h 3073400"/>
              <a:gd name="connsiteX23" fmla="*/ 3200400 w 10566399"/>
              <a:gd name="connsiteY23" fmla="*/ 2590800 h 3073400"/>
              <a:gd name="connsiteX24" fmla="*/ 3682999 w 10566399"/>
              <a:gd name="connsiteY24" fmla="*/ 2108200 h 3073400"/>
              <a:gd name="connsiteX25" fmla="*/ 2616200 w 10566399"/>
              <a:gd name="connsiteY25" fmla="*/ 2108200 h 3073400"/>
              <a:gd name="connsiteX26" fmla="*/ 3098800 w 10566399"/>
              <a:gd name="connsiteY26" fmla="*/ 2590800 h 3073400"/>
              <a:gd name="connsiteX27" fmla="*/ 2616200 w 10566399"/>
              <a:gd name="connsiteY27" fmla="*/ 3073400 h 3073400"/>
              <a:gd name="connsiteX28" fmla="*/ 2133600 w 10566399"/>
              <a:gd name="connsiteY28" fmla="*/ 2590800 h 3073400"/>
              <a:gd name="connsiteX29" fmla="*/ 2616200 w 10566399"/>
              <a:gd name="connsiteY29" fmla="*/ 2108200 h 3073400"/>
              <a:gd name="connsiteX30" fmla="*/ 1549400 w 10566399"/>
              <a:gd name="connsiteY30" fmla="*/ 2108200 h 3073400"/>
              <a:gd name="connsiteX31" fmla="*/ 2032000 w 10566399"/>
              <a:gd name="connsiteY31" fmla="*/ 2590800 h 3073400"/>
              <a:gd name="connsiteX32" fmla="*/ 1549400 w 10566399"/>
              <a:gd name="connsiteY32" fmla="*/ 3073400 h 3073400"/>
              <a:gd name="connsiteX33" fmla="*/ 1066800 w 10566399"/>
              <a:gd name="connsiteY33" fmla="*/ 2590800 h 3073400"/>
              <a:gd name="connsiteX34" fmla="*/ 1549400 w 10566399"/>
              <a:gd name="connsiteY34" fmla="*/ 2108200 h 3073400"/>
              <a:gd name="connsiteX35" fmla="*/ 482600 w 10566399"/>
              <a:gd name="connsiteY35" fmla="*/ 2108200 h 3073400"/>
              <a:gd name="connsiteX36" fmla="*/ 965200 w 10566399"/>
              <a:gd name="connsiteY36" fmla="*/ 2590800 h 3073400"/>
              <a:gd name="connsiteX37" fmla="*/ 482600 w 10566399"/>
              <a:gd name="connsiteY37" fmla="*/ 3073400 h 3073400"/>
              <a:gd name="connsiteX38" fmla="*/ 0 w 10566399"/>
              <a:gd name="connsiteY38" fmla="*/ 2590800 h 3073400"/>
              <a:gd name="connsiteX39" fmla="*/ 482600 w 10566399"/>
              <a:gd name="connsiteY39" fmla="*/ 2108200 h 3073400"/>
              <a:gd name="connsiteX40" fmla="*/ 10083799 w 10566399"/>
              <a:gd name="connsiteY40" fmla="*/ 1041400 h 3073400"/>
              <a:gd name="connsiteX41" fmla="*/ 10566399 w 10566399"/>
              <a:gd name="connsiteY41" fmla="*/ 1524000 h 3073400"/>
              <a:gd name="connsiteX42" fmla="*/ 10083799 w 10566399"/>
              <a:gd name="connsiteY42" fmla="*/ 2006600 h 3073400"/>
              <a:gd name="connsiteX43" fmla="*/ 9601199 w 10566399"/>
              <a:gd name="connsiteY43" fmla="*/ 1524000 h 3073400"/>
              <a:gd name="connsiteX44" fmla="*/ 10083799 w 10566399"/>
              <a:gd name="connsiteY44" fmla="*/ 1041400 h 3073400"/>
              <a:gd name="connsiteX45" fmla="*/ 9016999 w 10566399"/>
              <a:gd name="connsiteY45" fmla="*/ 1041400 h 3073400"/>
              <a:gd name="connsiteX46" fmla="*/ 9499599 w 10566399"/>
              <a:gd name="connsiteY46" fmla="*/ 1524000 h 3073400"/>
              <a:gd name="connsiteX47" fmla="*/ 9016999 w 10566399"/>
              <a:gd name="connsiteY47" fmla="*/ 2006600 h 3073400"/>
              <a:gd name="connsiteX48" fmla="*/ 8534399 w 10566399"/>
              <a:gd name="connsiteY48" fmla="*/ 1524000 h 3073400"/>
              <a:gd name="connsiteX49" fmla="*/ 9016999 w 10566399"/>
              <a:gd name="connsiteY49" fmla="*/ 1041400 h 3073400"/>
              <a:gd name="connsiteX50" fmla="*/ 7950199 w 10566399"/>
              <a:gd name="connsiteY50" fmla="*/ 1041400 h 3073400"/>
              <a:gd name="connsiteX51" fmla="*/ 8432799 w 10566399"/>
              <a:gd name="connsiteY51" fmla="*/ 1524000 h 3073400"/>
              <a:gd name="connsiteX52" fmla="*/ 7950199 w 10566399"/>
              <a:gd name="connsiteY52" fmla="*/ 2006600 h 3073400"/>
              <a:gd name="connsiteX53" fmla="*/ 7467599 w 10566399"/>
              <a:gd name="connsiteY53" fmla="*/ 1524000 h 3073400"/>
              <a:gd name="connsiteX54" fmla="*/ 7950199 w 10566399"/>
              <a:gd name="connsiteY54" fmla="*/ 1041400 h 3073400"/>
              <a:gd name="connsiteX55" fmla="*/ 6883399 w 10566399"/>
              <a:gd name="connsiteY55" fmla="*/ 1041400 h 3073400"/>
              <a:gd name="connsiteX56" fmla="*/ 7365999 w 10566399"/>
              <a:gd name="connsiteY56" fmla="*/ 1524000 h 3073400"/>
              <a:gd name="connsiteX57" fmla="*/ 6883399 w 10566399"/>
              <a:gd name="connsiteY57" fmla="*/ 2006600 h 3073400"/>
              <a:gd name="connsiteX58" fmla="*/ 6400799 w 10566399"/>
              <a:gd name="connsiteY58" fmla="*/ 1524000 h 3073400"/>
              <a:gd name="connsiteX59" fmla="*/ 6883399 w 10566399"/>
              <a:gd name="connsiteY59" fmla="*/ 1041400 h 3073400"/>
              <a:gd name="connsiteX60" fmla="*/ 5816599 w 10566399"/>
              <a:gd name="connsiteY60" fmla="*/ 1041400 h 3073400"/>
              <a:gd name="connsiteX61" fmla="*/ 6299199 w 10566399"/>
              <a:gd name="connsiteY61" fmla="*/ 1524000 h 3073400"/>
              <a:gd name="connsiteX62" fmla="*/ 5816599 w 10566399"/>
              <a:gd name="connsiteY62" fmla="*/ 2006600 h 3073400"/>
              <a:gd name="connsiteX63" fmla="*/ 5333999 w 10566399"/>
              <a:gd name="connsiteY63" fmla="*/ 1524000 h 3073400"/>
              <a:gd name="connsiteX64" fmla="*/ 5816599 w 10566399"/>
              <a:gd name="connsiteY64" fmla="*/ 1041400 h 3073400"/>
              <a:gd name="connsiteX65" fmla="*/ 4749799 w 10566399"/>
              <a:gd name="connsiteY65" fmla="*/ 1041400 h 3073400"/>
              <a:gd name="connsiteX66" fmla="*/ 5232399 w 10566399"/>
              <a:gd name="connsiteY66" fmla="*/ 1524000 h 3073400"/>
              <a:gd name="connsiteX67" fmla="*/ 4749799 w 10566399"/>
              <a:gd name="connsiteY67" fmla="*/ 2006600 h 3073400"/>
              <a:gd name="connsiteX68" fmla="*/ 4267199 w 10566399"/>
              <a:gd name="connsiteY68" fmla="*/ 1524000 h 3073400"/>
              <a:gd name="connsiteX69" fmla="*/ 4749799 w 10566399"/>
              <a:gd name="connsiteY69" fmla="*/ 1041400 h 3073400"/>
              <a:gd name="connsiteX70" fmla="*/ 3682999 w 10566399"/>
              <a:gd name="connsiteY70" fmla="*/ 1041400 h 3073400"/>
              <a:gd name="connsiteX71" fmla="*/ 4165599 w 10566399"/>
              <a:gd name="connsiteY71" fmla="*/ 1524000 h 3073400"/>
              <a:gd name="connsiteX72" fmla="*/ 3682999 w 10566399"/>
              <a:gd name="connsiteY72" fmla="*/ 2006600 h 3073400"/>
              <a:gd name="connsiteX73" fmla="*/ 3200402 w 10566399"/>
              <a:gd name="connsiteY73" fmla="*/ 1524000 h 3073400"/>
              <a:gd name="connsiteX74" fmla="*/ 3682999 w 10566399"/>
              <a:gd name="connsiteY74" fmla="*/ 1041400 h 3073400"/>
              <a:gd name="connsiteX75" fmla="*/ 1549401 w 10566399"/>
              <a:gd name="connsiteY75" fmla="*/ 1041400 h 3073400"/>
              <a:gd name="connsiteX76" fmla="*/ 2032002 w 10566399"/>
              <a:gd name="connsiteY76" fmla="*/ 1524000 h 3073400"/>
              <a:gd name="connsiteX77" fmla="*/ 1549401 w 10566399"/>
              <a:gd name="connsiteY77" fmla="*/ 2006600 h 3073400"/>
              <a:gd name="connsiteX78" fmla="*/ 1066801 w 10566399"/>
              <a:gd name="connsiteY78" fmla="*/ 1524000 h 3073400"/>
              <a:gd name="connsiteX79" fmla="*/ 1549401 w 10566399"/>
              <a:gd name="connsiteY79" fmla="*/ 1041400 h 3073400"/>
              <a:gd name="connsiteX80" fmla="*/ 482601 w 10566399"/>
              <a:gd name="connsiteY80" fmla="*/ 1041400 h 3073400"/>
              <a:gd name="connsiteX81" fmla="*/ 965201 w 10566399"/>
              <a:gd name="connsiteY81" fmla="*/ 1524000 h 3073400"/>
              <a:gd name="connsiteX82" fmla="*/ 482601 w 10566399"/>
              <a:gd name="connsiteY82" fmla="*/ 2006600 h 3073400"/>
              <a:gd name="connsiteX83" fmla="*/ 1 w 10566399"/>
              <a:gd name="connsiteY83" fmla="*/ 1524000 h 3073400"/>
              <a:gd name="connsiteX84" fmla="*/ 482601 w 10566399"/>
              <a:gd name="connsiteY84" fmla="*/ 1041400 h 3073400"/>
              <a:gd name="connsiteX85" fmla="*/ 10083799 w 10566399"/>
              <a:gd name="connsiteY85" fmla="*/ 0 h 3073400"/>
              <a:gd name="connsiteX86" fmla="*/ 10566399 w 10566399"/>
              <a:gd name="connsiteY86" fmla="*/ 482600 h 3073400"/>
              <a:gd name="connsiteX87" fmla="*/ 10083799 w 10566399"/>
              <a:gd name="connsiteY87" fmla="*/ 965200 h 3073400"/>
              <a:gd name="connsiteX88" fmla="*/ 9601199 w 10566399"/>
              <a:gd name="connsiteY88" fmla="*/ 482600 h 3073400"/>
              <a:gd name="connsiteX89" fmla="*/ 10083799 w 10566399"/>
              <a:gd name="connsiteY89" fmla="*/ 0 h 3073400"/>
              <a:gd name="connsiteX90" fmla="*/ 9016999 w 10566399"/>
              <a:gd name="connsiteY90" fmla="*/ 0 h 3073400"/>
              <a:gd name="connsiteX91" fmla="*/ 9499599 w 10566399"/>
              <a:gd name="connsiteY91" fmla="*/ 482600 h 3073400"/>
              <a:gd name="connsiteX92" fmla="*/ 9016999 w 10566399"/>
              <a:gd name="connsiteY92" fmla="*/ 965200 h 3073400"/>
              <a:gd name="connsiteX93" fmla="*/ 8534399 w 10566399"/>
              <a:gd name="connsiteY93" fmla="*/ 482600 h 3073400"/>
              <a:gd name="connsiteX94" fmla="*/ 9016999 w 10566399"/>
              <a:gd name="connsiteY94" fmla="*/ 0 h 3073400"/>
              <a:gd name="connsiteX95" fmla="*/ 7950199 w 10566399"/>
              <a:gd name="connsiteY95" fmla="*/ 0 h 3073400"/>
              <a:gd name="connsiteX96" fmla="*/ 8432799 w 10566399"/>
              <a:gd name="connsiteY96" fmla="*/ 482600 h 3073400"/>
              <a:gd name="connsiteX97" fmla="*/ 7950199 w 10566399"/>
              <a:gd name="connsiteY97" fmla="*/ 965200 h 3073400"/>
              <a:gd name="connsiteX98" fmla="*/ 7467599 w 10566399"/>
              <a:gd name="connsiteY98" fmla="*/ 482600 h 3073400"/>
              <a:gd name="connsiteX99" fmla="*/ 7950199 w 10566399"/>
              <a:gd name="connsiteY99" fmla="*/ 0 h 3073400"/>
              <a:gd name="connsiteX100" fmla="*/ 5816599 w 10566399"/>
              <a:gd name="connsiteY100" fmla="*/ 0 h 3073400"/>
              <a:gd name="connsiteX101" fmla="*/ 6299199 w 10566399"/>
              <a:gd name="connsiteY101" fmla="*/ 482600 h 3073400"/>
              <a:gd name="connsiteX102" fmla="*/ 5816599 w 10566399"/>
              <a:gd name="connsiteY102" fmla="*/ 965200 h 3073400"/>
              <a:gd name="connsiteX103" fmla="*/ 5333999 w 10566399"/>
              <a:gd name="connsiteY103" fmla="*/ 482600 h 3073400"/>
              <a:gd name="connsiteX104" fmla="*/ 5816599 w 10566399"/>
              <a:gd name="connsiteY104" fmla="*/ 0 h 3073400"/>
              <a:gd name="connsiteX105" fmla="*/ 4749799 w 10566399"/>
              <a:gd name="connsiteY105" fmla="*/ 0 h 3073400"/>
              <a:gd name="connsiteX106" fmla="*/ 5232399 w 10566399"/>
              <a:gd name="connsiteY106" fmla="*/ 482600 h 3073400"/>
              <a:gd name="connsiteX107" fmla="*/ 4749799 w 10566399"/>
              <a:gd name="connsiteY107" fmla="*/ 965200 h 3073400"/>
              <a:gd name="connsiteX108" fmla="*/ 4267199 w 10566399"/>
              <a:gd name="connsiteY108" fmla="*/ 482600 h 3073400"/>
              <a:gd name="connsiteX109" fmla="*/ 4749799 w 10566399"/>
              <a:gd name="connsiteY109" fmla="*/ 0 h 3073400"/>
              <a:gd name="connsiteX110" fmla="*/ 3682999 w 10566399"/>
              <a:gd name="connsiteY110" fmla="*/ 0 h 3073400"/>
              <a:gd name="connsiteX111" fmla="*/ 4165599 w 10566399"/>
              <a:gd name="connsiteY111" fmla="*/ 482600 h 3073400"/>
              <a:gd name="connsiteX112" fmla="*/ 3682999 w 10566399"/>
              <a:gd name="connsiteY112" fmla="*/ 965200 h 3073400"/>
              <a:gd name="connsiteX113" fmla="*/ 3200403 w 10566399"/>
              <a:gd name="connsiteY113" fmla="*/ 482600 h 3073400"/>
              <a:gd name="connsiteX114" fmla="*/ 3682999 w 10566399"/>
              <a:gd name="connsiteY114" fmla="*/ 0 h 3073400"/>
              <a:gd name="connsiteX115" fmla="*/ 2616204 w 10566399"/>
              <a:gd name="connsiteY115" fmla="*/ 0 h 3073400"/>
              <a:gd name="connsiteX116" fmla="*/ 3098803 w 10566399"/>
              <a:gd name="connsiteY116" fmla="*/ 482600 h 3073400"/>
              <a:gd name="connsiteX117" fmla="*/ 2616204 w 10566399"/>
              <a:gd name="connsiteY117" fmla="*/ 965200 h 3073400"/>
              <a:gd name="connsiteX118" fmla="*/ 2133603 w 10566399"/>
              <a:gd name="connsiteY118" fmla="*/ 482600 h 3073400"/>
              <a:gd name="connsiteX119" fmla="*/ 2616204 w 10566399"/>
              <a:gd name="connsiteY119" fmla="*/ 0 h 3073400"/>
              <a:gd name="connsiteX120" fmla="*/ 1549403 w 10566399"/>
              <a:gd name="connsiteY120" fmla="*/ 0 h 3073400"/>
              <a:gd name="connsiteX121" fmla="*/ 2032003 w 10566399"/>
              <a:gd name="connsiteY121" fmla="*/ 482600 h 3073400"/>
              <a:gd name="connsiteX122" fmla="*/ 1549403 w 10566399"/>
              <a:gd name="connsiteY122" fmla="*/ 965200 h 3073400"/>
              <a:gd name="connsiteX123" fmla="*/ 1066802 w 10566399"/>
              <a:gd name="connsiteY123" fmla="*/ 482600 h 3073400"/>
              <a:gd name="connsiteX124" fmla="*/ 1549403 w 10566399"/>
              <a:gd name="connsiteY124" fmla="*/ 0 h 3073400"/>
              <a:gd name="connsiteX125" fmla="*/ 482602 w 10566399"/>
              <a:gd name="connsiteY125" fmla="*/ 0 h 3073400"/>
              <a:gd name="connsiteX126" fmla="*/ 965202 w 10566399"/>
              <a:gd name="connsiteY126" fmla="*/ 482600 h 3073400"/>
              <a:gd name="connsiteX127" fmla="*/ 482602 w 10566399"/>
              <a:gd name="connsiteY127" fmla="*/ 965200 h 3073400"/>
              <a:gd name="connsiteX128" fmla="*/ 2 w 10566399"/>
              <a:gd name="connsiteY128" fmla="*/ 482600 h 3073400"/>
              <a:gd name="connsiteX129" fmla="*/ 482602 w 10566399"/>
              <a:gd name="connsiteY129" fmla="*/ 0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10566399" h="3073400">
                <a:moveTo>
                  <a:pt x="9016999" y="2108200"/>
                </a:moveTo>
                <a:cubicBezTo>
                  <a:pt x="9283532" y="2108200"/>
                  <a:pt x="9499599" y="2324267"/>
                  <a:pt x="9499599" y="2590800"/>
                </a:cubicBezTo>
                <a:cubicBezTo>
                  <a:pt x="9499599" y="2857333"/>
                  <a:pt x="9283532" y="3073400"/>
                  <a:pt x="9016999" y="3073400"/>
                </a:cubicBezTo>
                <a:cubicBezTo>
                  <a:pt x="8750466" y="3073400"/>
                  <a:pt x="8534399" y="2857333"/>
                  <a:pt x="8534399" y="2590800"/>
                </a:cubicBezTo>
                <a:cubicBezTo>
                  <a:pt x="8534399" y="2324267"/>
                  <a:pt x="8750466" y="2108200"/>
                  <a:pt x="9016999" y="2108200"/>
                </a:cubicBezTo>
                <a:close/>
                <a:moveTo>
                  <a:pt x="7950199" y="2108200"/>
                </a:moveTo>
                <a:cubicBezTo>
                  <a:pt x="8216732" y="2108200"/>
                  <a:pt x="8432799" y="2324267"/>
                  <a:pt x="8432799" y="2590800"/>
                </a:cubicBezTo>
                <a:cubicBezTo>
                  <a:pt x="8432799" y="2857333"/>
                  <a:pt x="8216732" y="3073400"/>
                  <a:pt x="7950199" y="3073400"/>
                </a:cubicBezTo>
                <a:cubicBezTo>
                  <a:pt x="7683666" y="3073400"/>
                  <a:pt x="7467599" y="2857333"/>
                  <a:pt x="7467599" y="2590800"/>
                </a:cubicBezTo>
                <a:cubicBezTo>
                  <a:pt x="7467599" y="2324267"/>
                  <a:pt x="7683666" y="2108200"/>
                  <a:pt x="7950199" y="2108200"/>
                </a:cubicBezTo>
                <a:close/>
                <a:moveTo>
                  <a:pt x="6883399" y="2108200"/>
                </a:moveTo>
                <a:cubicBezTo>
                  <a:pt x="7149932" y="2108200"/>
                  <a:pt x="7365999" y="2324267"/>
                  <a:pt x="7365999" y="2590800"/>
                </a:cubicBezTo>
                <a:cubicBezTo>
                  <a:pt x="7365999" y="2857333"/>
                  <a:pt x="7149932" y="3073400"/>
                  <a:pt x="6883399" y="3073400"/>
                </a:cubicBezTo>
                <a:cubicBezTo>
                  <a:pt x="6616866" y="3073400"/>
                  <a:pt x="6400799" y="2857333"/>
                  <a:pt x="6400799" y="2590800"/>
                </a:cubicBezTo>
                <a:cubicBezTo>
                  <a:pt x="6400799" y="2324267"/>
                  <a:pt x="6616866" y="2108200"/>
                  <a:pt x="6883399" y="2108200"/>
                </a:cubicBezTo>
                <a:close/>
                <a:moveTo>
                  <a:pt x="4749799" y="2108200"/>
                </a:moveTo>
                <a:cubicBezTo>
                  <a:pt x="5016332" y="2108200"/>
                  <a:pt x="5232399" y="2324267"/>
                  <a:pt x="5232399" y="2590800"/>
                </a:cubicBezTo>
                <a:cubicBezTo>
                  <a:pt x="5232399" y="2857333"/>
                  <a:pt x="5016332" y="3073400"/>
                  <a:pt x="4749799" y="3073400"/>
                </a:cubicBezTo>
                <a:cubicBezTo>
                  <a:pt x="4483266" y="3073400"/>
                  <a:pt x="4267199" y="2857333"/>
                  <a:pt x="4267199" y="2590800"/>
                </a:cubicBezTo>
                <a:cubicBezTo>
                  <a:pt x="4267199" y="2324267"/>
                  <a:pt x="4483266" y="2108200"/>
                  <a:pt x="4749799" y="2108200"/>
                </a:cubicBezTo>
                <a:close/>
                <a:moveTo>
                  <a:pt x="3682999" y="2108200"/>
                </a:moveTo>
                <a:cubicBezTo>
                  <a:pt x="3949532" y="2108200"/>
                  <a:pt x="4165599" y="2324267"/>
                  <a:pt x="4165599" y="2590800"/>
                </a:cubicBezTo>
                <a:cubicBezTo>
                  <a:pt x="4165599" y="2857333"/>
                  <a:pt x="3949532" y="3073400"/>
                  <a:pt x="3682999" y="3073400"/>
                </a:cubicBezTo>
                <a:cubicBezTo>
                  <a:pt x="3416467" y="3073400"/>
                  <a:pt x="3200400" y="2857333"/>
                  <a:pt x="3200400" y="2590800"/>
                </a:cubicBezTo>
                <a:cubicBezTo>
                  <a:pt x="3200400" y="2324267"/>
                  <a:pt x="3416467" y="2108200"/>
                  <a:pt x="3682999" y="2108200"/>
                </a:cubicBezTo>
                <a:close/>
                <a:moveTo>
                  <a:pt x="2616200" y="2108200"/>
                </a:moveTo>
                <a:cubicBezTo>
                  <a:pt x="2882733" y="2108200"/>
                  <a:pt x="3098800" y="2324267"/>
                  <a:pt x="3098800" y="2590800"/>
                </a:cubicBezTo>
                <a:cubicBezTo>
                  <a:pt x="3098800" y="2857333"/>
                  <a:pt x="2882733" y="3073400"/>
                  <a:pt x="2616200" y="3073400"/>
                </a:cubicBezTo>
                <a:cubicBezTo>
                  <a:pt x="2349667" y="3073400"/>
                  <a:pt x="2133600" y="2857333"/>
                  <a:pt x="2133600" y="2590800"/>
                </a:cubicBezTo>
                <a:cubicBezTo>
                  <a:pt x="2133600" y="2324267"/>
                  <a:pt x="2349667" y="2108200"/>
                  <a:pt x="2616200" y="2108200"/>
                </a:cubicBezTo>
                <a:close/>
                <a:moveTo>
                  <a:pt x="1549400" y="2108200"/>
                </a:moveTo>
                <a:cubicBezTo>
                  <a:pt x="1815933" y="2108200"/>
                  <a:pt x="2032000" y="2324267"/>
                  <a:pt x="2032000" y="2590800"/>
                </a:cubicBezTo>
                <a:cubicBezTo>
                  <a:pt x="2032000" y="2857333"/>
                  <a:pt x="1815933" y="3073400"/>
                  <a:pt x="1549400" y="3073400"/>
                </a:cubicBezTo>
                <a:cubicBezTo>
                  <a:pt x="1282867" y="3073400"/>
                  <a:pt x="1066800" y="2857333"/>
                  <a:pt x="1066800" y="2590800"/>
                </a:cubicBezTo>
                <a:cubicBezTo>
                  <a:pt x="1066800" y="2324267"/>
                  <a:pt x="1282867" y="2108200"/>
                  <a:pt x="1549400" y="2108200"/>
                </a:cubicBezTo>
                <a:close/>
                <a:moveTo>
                  <a:pt x="482600" y="2108200"/>
                </a:moveTo>
                <a:cubicBezTo>
                  <a:pt x="749133" y="2108200"/>
                  <a:pt x="965200" y="2324267"/>
                  <a:pt x="965200" y="2590800"/>
                </a:cubicBezTo>
                <a:cubicBezTo>
                  <a:pt x="965200" y="2857333"/>
                  <a:pt x="749133" y="3073400"/>
                  <a:pt x="482600" y="3073400"/>
                </a:cubicBezTo>
                <a:cubicBezTo>
                  <a:pt x="216067" y="3073400"/>
                  <a:pt x="0" y="2857333"/>
                  <a:pt x="0" y="2590800"/>
                </a:cubicBezTo>
                <a:cubicBezTo>
                  <a:pt x="0" y="2324267"/>
                  <a:pt x="216067" y="2108200"/>
                  <a:pt x="482600" y="2108200"/>
                </a:cubicBezTo>
                <a:close/>
                <a:moveTo>
                  <a:pt x="10083799" y="1041400"/>
                </a:moveTo>
                <a:cubicBezTo>
                  <a:pt x="10350332" y="1041400"/>
                  <a:pt x="10566399" y="1257467"/>
                  <a:pt x="10566399" y="1524000"/>
                </a:cubicBezTo>
                <a:cubicBezTo>
                  <a:pt x="10566399" y="1790533"/>
                  <a:pt x="10350332" y="2006600"/>
                  <a:pt x="10083799" y="2006600"/>
                </a:cubicBezTo>
                <a:cubicBezTo>
                  <a:pt x="9817266" y="2006600"/>
                  <a:pt x="9601199" y="1790533"/>
                  <a:pt x="9601199" y="1524000"/>
                </a:cubicBezTo>
                <a:cubicBezTo>
                  <a:pt x="9601199" y="1257467"/>
                  <a:pt x="9817266" y="1041400"/>
                  <a:pt x="10083799" y="1041400"/>
                </a:cubicBezTo>
                <a:close/>
                <a:moveTo>
                  <a:pt x="9016999" y="1041400"/>
                </a:moveTo>
                <a:cubicBezTo>
                  <a:pt x="9283532" y="1041400"/>
                  <a:pt x="9499599" y="1257467"/>
                  <a:pt x="9499599" y="1524000"/>
                </a:cubicBezTo>
                <a:cubicBezTo>
                  <a:pt x="9499599" y="1790533"/>
                  <a:pt x="9283532" y="2006600"/>
                  <a:pt x="9016999" y="2006600"/>
                </a:cubicBezTo>
                <a:cubicBezTo>
                  <a:pt x="8750466" y="2006600"/>
                  <a:pt x="8534399" y="1790533"/>
                  <a:pt x="8534399" y="1524000"/>
                </a:cubicBezTo>
                <a:cubicBezTo>
                  <a:pt x="8534399" y="1257467"/>
                  <a:pt x="8750466" y="1041400"/>
                  <a:pt x="9016999" y="1041400"/>
                </a:cubicBezTo>
                <a:close/>
                <a:moveTo>
                  <a:pt x="7950199" y="1041400"/>
                </a:moveTo>
                <a:cubicBezTo>
                  <a:pt x="8216732" y="1041400"/>
                  <a:pt x="8432799" y="1257467"/>
                  <a:pt x="8432799" y="1524000"/>
                </a:cubicBezTo>
                <a:cubicBezTo>
                  <a:pt x="8432799" y="1790533"/>
                  <a:pt x="8216732" y="2006600"/>
                  <a:pt x="7950199" y="2006600"/>
                </a:cubicBezTo>
                <a:cubicBezTo>
                  <a:pt x="7683666" y="2006600"/>
                  <a:pt x="7467599" y="1790533"/>
                  <a:pt x="7467599" y="1524000"/>
                </a:cubicBezTo>
                <a:cubicBezTo>
                  <a:pt x="7467599" y="1257467"/>
                  <a:pt x="7683666" y="1041400"/>
                  <a:pt x="7950199" y="1041400"/>
                </a:cubicBezTo>
                <a:close/>
                <a:moveTo>
                  <a:pt x="6883399" y="1041400"/>
                </a:moveTo>
                <a:cubicBezTo>
                  <a:pt x="7149932" y="1041400"/>
                  <a:pt x="7365999" y="1257467"/>
                  <a:pt x="7365999" y="1524000"/>
                </a:cubicBezTo>
                <a:cubicBezTo>
                  <a:pt x="7365999" y="1790533"/>
                  <a:pt x="7149932" y="2006600"/>
                  <a:pt x="6883399" y="2006600"/>
                </a:cubicBezTo>
                <a:cubicBezTo>
                  <a:pt x="6616866" y="2006600"/>
                  <a:pt x="6400799" y="1790533"/>
                  <a:pt x="6400799" y="1524000"/>
                </a:cubicBezTo>
                <a:cubicBezTo>
                  <a:pt x="6400799" y="1257467"/>
                  <a:pt x="6616866" y="1041400"/>
                  <a:pt x="6883399" y="1041400"/>
                </a:cubicBezTo>
                <a:close/>
                <a:moveTo>
                  <a:pt x="5816599" y="1041400"/>
                </a:moveTo>
                <a:cubicBezTo>
                  <a:pt x="6083132" y="1041400"/>
                  <a:pt x="6299199" y="1257467"/>
                  <a:pt x="6299199" y="1524000"/>
                </a:cubicBezTo>
                <a:cubicBezTo>
                  <a:pt x="6299199" y="1790533"/>
                  <a:pt x="6083132" y="2006600"/>
                  <a:pt x="5816599" y="2006600"/>
                </a:cubicBezTo>
                <a:cubicBezTo>
                  <a:pt x="5550066" y="2006600"/>
                  <a:pt x="5333999" y="1790533"/>
                  <a:pt x="5333999" y="1524000"/>
                </a:cubicBezTo>
                <a:cubicBezTo>
                  <a:pt x="5333999" y="1257467"/>
                  <a:pt x="5550066" y="1041400"/>
                  <a:pt x="5816599" y="1041400"/>
                </a:cubicBezTo>
                <a:close/>
                <a:moveTo>
                  <a:pt x="4749799" y="1041400"/>
                </a:moveTo>
                <a:cubicBezTo>
                  <a:pt x="5016332" y="1041400"/>
                  <a:pt x="5232399" y="1257467"/>
                  <a:pt x="5232399" y="1524000"/>
                </a:cubicBezTo>
                <a:cubicBezTo>
                  <a:pt x="5232399" y="1790533"/>
                  <a:pt x="5016332" y="2006600"/>
                  <a:pt x="4749799" y="2006600"/>
                </a:cubicBezTo>
                <a:cubicBezTo>
                  <a:pt x="4483266" y="2006600"/>
                  <a:pt x="4267199" y="1790533"/>
                  <a:pt x="4267199" y="1524000"/>
                </a:cubicBezTo>
                <a:cubicBezTo>
                  <a:pt x="4267199" y="1257467"/>
                  <a:pt x="4483266" y="1041400"/>
                  <a:pt x="4749799" y="1041400"/>
                </a:cubicBezTo>
                <a:close/>
                <a:moveTo>
                  <a:pt x="3682999" y="1041400"/>
                </a:moveTo>
                <a:cubicBezTo>
                  <a:pt x="3949532" y="1041400"/>
                  <a:pt x="4165599" y="1257467"/>
                  <a:pt x="4165599" y="1524000"/>
                </a:cubicBezTo>
                <a:cubicBezTo>
                  <a:pt x="4165599" y="1790533"/>
                  <a:pt x="3949532" y="2006600"/>
                  <a:pt x="3682999" y="2006600"/>
                </a:cubicBezTo>
                <a:cubicBezTo>
                  <a:pt x="3416469" y="2006600"/>
                  <a:pt x="3200402" y="1790533"/>
                  <a:pt x="3200402" y="1524000"/>
                </a:cubicBezTo>
                <a:cubicBezTo>
                  <a:pt x="3200402" y="1257467"/>
                  <a:pt x="3416469" y="1041400"/>
                  <a:pt x="3682999" y="1041400"/>
                </a:cubicBezTo>
                <a:close/>
                <a:moveTo>
                  <a:pt x="1549401" y="1041400"/>
                </a:moveTo>
                <a:cubicBezTo>
                  <a:pt x="1815934" y="1041400"/>
                  <a:pt x="2032002" y="1257467"/>
                  <a:pt x="2032002" y="1524000"/>
                </a:cubicBezTo>
                <a:cubicBezTo>
                  <a:pt x="2032002" y="1790533"/>
                  <a:pt x="1815934" y="2006600"/>
                  <a:pt x="1549401" y="2006600"/>
                </a:cubicBezTo>
                <a:cubicBezTo>
                  <a:pt x="1282868" y="2006600"/>
                  <a:pt x="1066801" y="1790533"/>
                  <a:pt x="1066801" y="1524000"/>
                </a:cubicBezTo>
                <a:cubicBezTo>
                  <a:pt x="1066801" y="1257467"/>
                  <a:pt x="1282868" y="1041400"/>
                  <a:pt x="1549401" y="1041400"/>
                </a:cubicBezTo>
                <a:close/>
                <a:moveTo>
                  <a:pt x="482601" y="1041400"/>
                </a:moveTo>
                <a:cubicBezTo>
                  <a:pt x="749134" y="1041400"/>
                  <a:pt x="965201" y="1257467"/>
                  <a:pt x="965201" y="1524000"/>
                </a:cubicBezTo>
                <a:cubicBezTo>
                  <a:pt x="965201" y="1790533"/>
                  <a:pt x="749134" y="2006600"/>
                  <a:pt x="482601" y="2006600"/>
                </a:cubicBezTo>
                <a:cubicBezTo>
                  <a:pt x="216068" y="2006600"/>
                  <a:pt x="1" y="1790533"/>
                  <a:pt x="1" y="1524000"/>
                </a:cubicBezTo>
                <a:cubicBezTo>
                  <a:pt x="1" y="1257467"/>
                  <a:pt x="216068" y="1041400"/>
                  <a:pt x="482601" y="1041400"/>
                </a:cubicBezTo>
                <a:close/>
                <a:moveTo>
                  <a:pt x="10083799" y="0"/>
                </a:moveTo>
                <a:cubicBezTo>
                  <a:pt x="10350332" y="0"/>
                  <a:pt x="10566399" y="216067"/>
                  <a:pt x="10566399" y="482600"/>
                </a:cubicBezTo>
                <a:cubicBezTo>
                  <a:pt x="10566399" y="749133"/>
                  <a:pt x="10350332" y="965200"/>
                  <a:pt x="10083799" y="965200"/>
                </a:cubicBezTo>
                <a:cubicBezTo>
                  <a:pt x="9817266" y="965200"/>
                  <a:pt x="9601199" y="749133"/>
                  <a:pt x="9601199" y="482600"/>
                </a:cubicBezTo>
                <a:cubicBezTo>
                  <a:pt x="9601199" y="216067"/>
                  <a:pt x="9817266" y="0"/>
                  <a:pt x="10083799" y="0"/>
                </a:cubicBezTo>
                <a:close/>
                <a:moveTo>
                  <a:pt x="9016999" y="0"/>
                </a:moveTo>
                <a:cubicBezTo>
                  <a:pt x="9283532" y="0"/>
                  <a:pt x="9499599" y="216067"/>
                  <a:pt x="9499599" y="482600"/>
                </a:cubicBezTo>
                <a:cubicBezTo>
                  <a:pt x="9499599" y="749133"/>
                  <a:pt x="9283532" y="965200"/>
                  <a:pt x="9016999" y="965200"/>
                </a:cubicBezTo>
                <a:cubicBezTo>
                  <a:pt x="8750466" y="965200"/>
                  <a:pt x="8534399" y="749133"/>
                  <a:pt x="8534399" y="482600"/>
                </a:cubicBezTo>
                <a:cubicBezTo>
                  <a:pt x="8534399" y="216067"/>
                  <a:pt x="8750466" y="0"/>
                  <a:pt x="9016999" y="0"/>
                </a:cubicBezTo>
                <a:close/>
                <a:moveTo>
                  <a:pt x="7950199" y="0"/>
                </a:moveTo>
                <a:cubicBezTo>
                  <a:pt x="8216732" y="0"/>
                  <a:pt x="8432799" y="216067"/>
                  <a:pt x="8432799" y="482600"/>
                </a:cubicBezTo>
                <a:cubicBezTo>
                  <a:pt x="8432799" y="749133"/>
                  <a:pt x="8216732" y="965200"/>
                  <a:pt x="7950199" y="965200"/>
                </a:cubicBezTo>
                <a:cubicBezTo>
                  <a:pt x="7683666" y="965200"/>
                  <a:pt x="7467599" y="749133"/>
                  <a:pt x="7467599" y="482600"/>
                </a:cubicBezTo>
                <a:cubicBezTo>
                  <a:pt x="7467599" y="216067"/>
                  <a:pt x="7683666" y="0"/>
                  <a:pt x="7950199" y="0"/>
                </a:cubicBezTo>
                <a:close/>
                <a:moveTo>
                  <a:pt x="5816599" y="0"/>
                </a:moveTo>
                <a:cubicBezTo>
                  <a:pt x="6083132" y="0"/>
                  <a:pt x="6299199" y="216067"/>
                  <a:pt x="6299199" y="482600"/>
                </a:cubicBezTo>
                <a:cubicBezTo>
                  <a:pt x="6299199" y="749133"/>
                  <a:pt x="6083132" y="965200"/>
                  <a:pt x="5816599" y="965200"/>
                </a:cubicBezTo>
                <a:cubicBezTo>
                  <a:pt x="5550066" y="965200"/>
                  <a:pt x="5333999" y="749133"/>
                  <a:pt x="5333999" y="482600"/>
                </a:cubicBezTo>
                <a:cubicBezTo>
                  <a:pt x="5333999" y="216067"/>
                  <a:pt x="5550066" y="0"/>
                  <a:pt x="5816599" y="0"/>
                </a:cubicBezTo>
                <a:close/>
                <a:moveTo>
                  <a:pt x="4749799" y="0"/>
                </a:moveTo>
                <a:cubicBezTo>
                  <a:pt x="5016332" y="0"/>
                  <a:pt x="5232399" y="216067"/>
                  <a:pt x="5232399" y="482600"/>
                </a:cubicBezTo>
                <a:cubicBezTo>
                  <a:pt x="5232399" y="749133"/>
                  <a:pt x="5016332" y="965200"/>
                  <a:pt x="4749799" y="965200"/>
                </a:cubicBezTo>
                <a:cubicBezTo>
                  <a:pt x="4483266" y="965200"/>
                  <a:pt x="4267199" y="749133"/>
                  <a:pt x="4267199" y="482600"/>
                </a:cubicBezTo>
                <a:cubicBezTo>
                  <a:pt x="4267199" y="216067"/>
                  <a:pt x="4483266" y="0"/>
                  <a:pt x="4749799" y="0"/>
                </a:cubicBezTo>
                <a:close/>
                <a:moveTo>
                  <a:pt x="3682999" y="0"/>
                </a:moveTo>
                <a:cubicBezTo>
                  <a:pt x="3949532" y="0"/>
                  <a:pt x="4165599" y="216067"/>
                  <a:pt x="4165599" y="482600"/>
                </a:cubicBezTo>
                <a:cubicBezTo>
                  <a:pt x="4165599" y="749133"/>
                  <a:pt x="3949532" y="965200"/>
                  <a:pt x="3682999" y="965200"/>
                </a:cubicBezTo>
                <a:cubicBezTo>
                  <a:pt x="3416471" y="965200"/>
                  <a:pt x="3200403" y="749133"/>
                  <a:pt x="3200403" y="482600"/>
                </a:cubicBezTo>
                <a:cubicBezTo>
                  <a:pt x="3200403" y="216067"/>
                  <a:pt x="3416471" y="0"/>
                  <a:pt x="3682999" y="0"/>
                </a:cubicBezTo>
                <a:close/>
                <a:moveTo>
                  <a:pt x="2616204" y="0"/>
                </a:moveTo>
                <a:cubicBezTo>
                  <a:pt x="2882736" y="0"/>
                  <a:pt x="3098803" y="216067"/>
                  <a:pt x="3098803" y="482600"/>
                </a:cubicBezTo>
                <a:cubicBezTo>
                  <a:pt x="3098803" y="749133"/>
                  <a:pt x="2882736" y="965200"/>
                  <a:pt x="2616204" y="965200"/>
                </a:cubicBezTo>
                <a:cubicBezTo>
                  <a:pt x="2349670" y="965200"/>
                  <a:pt x="2133603" y="749133"/>
                  <a:pt x="2133603" y="482600"/>
                </a:cubicBezTo>
                <a:cubicBezTo>
                  <a:pt x="2133603" y="216067"/>
                  <a:pt x="2349670" y="0"/>
                  <a:pt x="2616204" y="0"/>
                </a:cubicBezTo>
                <a:close/>
                <a:moveTo>
                  <a:pt x="1549403" y="0"/>
                </a:moveTo>
                <a:cubicBezTo>
                  <a:pt x="1815936" y="0"/>
                  <a:pt x="2032003" y="216067"/>
                  <a:pt x="2032003" y="482600"/>
                </a:cubicBezTo>
                <a:cubicBezTo>
                  <a:pt x="2032003" y="749133"/>
                  <a:pt x="1815936" y="965200"/>
                  <a:pt x="1549403" y="965200"/>
                </a:cubicBezTo>
                <a:cubicBezTo>
                  <a:pt x="1282869" y="965200"/>
                  <a:pt x="1066802" y="749133"/>
                  <a:pt x="1066802" y="482600"/>
                </a:cubicBezTo>
                <a:cubicBezTo>
                  <a:pt x="1066802" y="216067"/>
                  <a:pt x="1282869" y="0"/>
                  <a:pt x="1549403" y="0"/>
                </a:cubicBezTo>
                <a:close/>
                <a:moveTo>
                  <a:pt x="482602" y="0"/>
                </a:moveTo>
                <a:cubicBezTo>
                  <a:pt x="749136" y="0"/>
                  <a:pt x="965202" y="216067"/>
                  <a:pt x="965202" y="482600"/>
                </a:cubicBezTo>
                <a:cubicBezTo>
                  <a:pt x="965202" y="749133"/>
                  <a:pt x="749136" y="965200"/>
                  <a:pt x="482602" y="965200"/>
                </a:cubicBezTo>
                <a:cubicBezTo>
                  <a:pt x="216069" y="965200"/>
                  <a:pt x="2" y="749133"/>
                  <a:pt x="2" y="482600"/>
                </a:cubicBezTo>
                <a:cubicBezTo>
                  <a:pt x="2" y="216067"/>
                  <a:pt x="216069" y="0"/>
                  <a:pt x="48260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538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5" grpId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C801A9-215C-4CEE-BFED-D3F9FC0414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4388" y="2800350"/>
            <a:ext cx="2943225" cy="2219324"/>
          </a:xfrm>
          <a:custGeom>
            <a:avLst/>
            <a:gdLst>
              <a:gd name="connsiteX0" fmla="*/ 41723 w 2943225"/>
              <a:gd name="connsiteY0" fmla="*/ 0 h 2219324"/>
              <a:gd name="connsiteX1" fmla="*/ 2901502 w 2943225"/>
              <a:gd name="connsiteY1" fmla="*/ 0 h 2219324"/>
              <a:gd name="connsiteX2" fmla="*/ 2943225 w 2943225"/>
              <a:gd name="connsiteY2" fmla="*/ 41723 h 2219324"/>
              <a:gd name="connsiteX3" fmla="*/ 2943225 w 2943225"/>
              <a:gd name="connsiteY3" fmla="*/ 2177601 h 2219324"/>
              <a:gd name="connsiteX4" fmla="*/ 2901502 w 2943225"/>
              <a:gd name="connsiteY4" fmla="*/ 2219324 h 2219324"/>
              <a:gd name="connsiteX5" fmla="*/ 41723 w 2943225"/>
              <a:gd name="connsiteY5" fmla="*/ 2219324 h 2219324"/>
              <a:gd name="connsiteX6" fmla="*/ 0 w 2943225"/>
              <a:gd name="connsiteY6" fmla="*/ 2177601 h 2219324"/>
              <a:gd name="connsiteX7" fmla="*/ 0 w 2943225"/>
              <a:gd name="connsiteY7" fmla="*/ 41723 h 2219324"/>
              <a:gd name="connsiteX8" fmla="*/ 41723 w 2943225"/>
              <a:gd name="connsiteY8" fmla="*/ 0 h 221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3225" h="2219324">
                <a:moveTo>
                  <a:pt x="41723" y="0"/>
                </a:moveTo>
                <a:lnTo>
                  <a:pt x="2901502" y="0"/>
                </a:lnTo>
                <a:cubicBezTo>
                  <a:pt x="2924545" y="0"/>
                  <a:pt x="2943225" y="18680"/>
                  <a:pt x="2943225" y="41723"/>
                </a:cubicBezTo>
                <a:lnTo>
                  <a:pt x="2943225" y="2177601"/>
                </a:lnTo>
                <a:cubicBezTo>
                  <a:pt x="2943225" y="2200644"/>
                  <a:pt x="2924545" y="2219324"/>
                  <a:pt x="2901502" y="2219324"/>
                </a:cubicBezTo>
                <a:lnTo>
                  <a:pt x="41723" y="2219324"/>
                </a:lnTo>
                <a:cubicBezTo>
                  <a:pt x="18680" y="2219324"/>
                  <a:pt x="0" y="2200644"/>
                  <a:pt x="0" y="2177601"/>
                </a:cubicBezTo>
                <a:lnTo>
                  <a:pt x="0" y="41723"/>
                </a:lnTo>
                <a:cubicBezTo>
                  <a:pt x="0" y="18680"/>
                  <a:pt x="18680" y="0"/>
                  <a:pt x="417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0D88FC6-388A-41AC-8C7E-3BAB947EA4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86738" y="2800349"/>
            <a:ext cx="2943225" cy="2219324"/>
          </a:xfrm>
          <a:custGeom>
            <a:avLst/>
            <a:gdLst>
              <a:gd name="connsiteX0" fmla="*/ 41723 w 2943225"/>
              <a:gd name="connsiteY0" fmla="*/ 0 h 2219324"/>
              <a:gd name="connsiteX1" fmla="*/ 2901502 w 2943225"/>
              <a:gd name="connsiteY1" fmla="*/ 0 h 2219324"/>
              <a:gd name="connsiteX2" fmla="*/ 2943225 w 2943225"/>
              <a:gd name="connsiteY2" fmla="*/ 41723 h 2219324"/>
              <a:gd name="connsiteX3" fmla="*/ 2943225 w 2943225"/>
              <a:gd name="connsiteY3" fmla="*/ 2177601 h 2219324"/>
              <a:gd name="connsiteX4" fmla="*/ 2901502 w 2943225"/>
              <a:gd name="connsiteY4" fmla="*/ 2219324 h 2219324"/>
              <a:gd name="connsiteX5" fmla="*/ 41723 w 2943225"/>
              <a:gd name="connsiteY5" fmla="*/ 2219324 h 2219324"/>
              <a:gd name="connsiteX6" fmla="*/ 0 w 2943225"/>
              <a:gd name="connsiteY6" fmla="*/ 2177601 h 2219324"/>
              <a:gd name="connsiteX7" fmla="*/ 0 w 2943225"/>
              <a:gd name="connsiteY7" fmla="*/ 41723 h 2219324"/>
              <a:gd name="connsiteX8" fmla="*/ 41723 w 2943225"/>
              <a:gd name="connsiteY8" fmla="*/ 0 h 221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3225" h="2219324">
                <a:moveTo>
                  <a:pt x="41723" y="0"/>
                </a:moveTo>
                <a:lnTo>
                  <a:pt x="2901502" y="0"/>
                </a:lnTo>
                <a:cubicBezTo>
                  <a:pt x="2924545" y="0"/>
                  <a:pt x="2943225" y="18680"/>
                  <a:pt x="2943225" y="41723"/>
                </a:cubicBezTo>
                <a:lnTo>
                  <a:pt x="2943225" y="2177601"/>
                </a:lnTo>
                <a:cubicBezTo>
                  <a:pt x="2943225" y="2200644"/>
                  <a:pt x="2924545" y="2219324"/>
                  <a:pt x="2901502" y="2219324"/>
                </a:cubicBezTo>
                <a:lnTo>
                  <a:pt x="41723" y="2219324"/>
                </a:lnTo>
                <a:cubicBezTo>
                  <a:pt x="18680" y="2219324"/>
                  <a:pt x="0" y="2200644"/>
                  <a:pt x="0" y="2177601"/>
                </a:cubicBezTo>
                <a:lnTo>
                  <a:pt x="0" y="41723"/>
                </a:lnTo>
                <a:cubicBezTo>
                  <a:pt x="0" y="18680"/>
                  <a:pt x="18680" y="0"/>
                  <a:pt x="417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6E6EB09-6C29-44A4-8E0D-D35A0D504A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0138" y="2800350"/>
            <a:ext cx="2943225" cy="2219324"/>
          </a:xfrm>
          <a:custGeom>
            <a:avLst/>
            <a:gdLst>
              <a:gd name="connsiteX0" fmla="*/ 41723 w 2943225"/>
              <a:gd name="connsiteY0" fmla="*/ 0 h 2219324"/>
              <a:gd name="connsiteX1" fmla="*/ 2901502 w 2943225"/>
              <a:gd name="connsiteY1" fmla="*/ 0 h 2219324"/>
              <a:gd name="connsiteX2" fmla="*/ 2943225 w 2943225"/>
              <a:gd name="connsiteY2" fmla="*/ 41723 h 2219324"/>
              <a:gd name="connsiteX3" fmla="*/ 2943225 w 2943225"/>
              <a:gd name="connsiteY3" fmla="*/ 2177601 h 2219324"/>
              <a:gd name="connsiteX4" fmla="*/ 2901502 w 2943225"/>
              <a:gd name="connsiteY4" fmla="*/ 2219324 h 2219324"/>
              <a:gd name="connsiteX5" fmla="*/ 41723 w 2943225"/>
              <a:gd name="connsiteY5" fmla="*/ 2219324 h 2219324"/>
              <a:gd name="connsiteX6" fmla="*/ 0 w 2943225"/>
              <a:gd name="connsiteY6" fmla="*/ 2177601 h 2219324"/>
              <a:gd name="connsiteX7" fmla="*/ 0 w 2943225"/>
              <a:gd name="connsiteY7" fmla="*/ 41723 h 2219324"/>
              <a:gd name="connsiteX8" fmla="*/ 41723 w 2943225"/>
              <a:gd name="connsiteY8" fmla="*/ 0 h 2219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3225" h="2219324">
                <a:moveTo>
                  <a:pt x="41723" y="0"/>
                </a:moveTo>
                <a:lnTo>
                  <a:pt x="2901502" y="0"/>
                </a:lnTo>
                <a:cubicBezTo>
                  <a:pt x="2924545" y="0"/>
                  <a:pt x="2943225" y="18680"/>
                  <a:pt x="2943225" y="41723"/>
                </a:cubicBezTo>
                <a:lnTo>
                  <a:pt x="2943225" y="2177601"/>
                </a:lnTo>
                <a:cubicBezTo>
                  <a:pt x="2943225" y="2200644"/>
                  <a:pt x="2924545" y="2219324"/>
                  <a:pt x="2901502" y="2219324"/>
                </a:cubicBezTo>
                <a:lnTo>
                  <a:pt x="41723" y="2219324"/>
                </a:lnTo>
                <a:cubicBezTo>
                  <a:pt x="18680" y="2219324"/>
                  <a:pt x="0" y="2200644"/>
                  <a:pt x="0" y="2177601"/>
                </a:cubicBezTo>
                <a:lnTo>
                  <a:pt x="0" y="41723"/>
                </a:lnTo>
                <a:cubicBezTo>
                  <a:pt x="0" y="18680"/>
                  <a:pt x="18680" y="0"/>
                  <a:pt x="4172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831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 nodePh="1">
                                  <p:stCondLst>
                                    <p:cond delay="15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 nodePh="1">
                                  <p:stCondLst>
                                    <p:cond delay="15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4" grpId="0"/>
      <p:bldP spid="14" grpId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4A42E71-B1F2-49B9-8C91-E16BAE9AC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4388" y="-1"/>
            <a:ext cx="2943225" cy="4049487"/>
          </a:xfrm>
          <a:custGeom>
            <a:avLst/>
            <a:gdLst>
              <a:gd name="connsiteX0" fmla="*/ 55333 w 2943225"/>
              <a:gd name="connsiteY0" fmla="*/ 0 h 4049487"/>
              <a:gd name="connsiteX1" fmla="*/ 2887892 w 2943225"/>
              <a:gd name="connsiteY1" fmla="*/ 0 h 4049487"/>
              <a:gd name="connsiteX2" fmla="*/ 2943225 w 2943225"/>
              <a:gd name="connsiteY2" fmla="*/ 55333 h 4049487"/>
              <a:gd name="connsiteX3" fmla="*/ 2943225 w 2943225"/>
              <a:gd name="connsiteY3" fmla="*/ 3994154 h 4049487"/>
              <a:gd name="connsiteX4" fmla="*/ 2887892 w 2943225"/>
              <a:gd name="connsiteY4" fmla="*/ 4049487 h 4049487"/>
              <a:gd name="connsiteX5" fmla="*/ 55333 w 2943225"/>
              <a:gd name="connsiteY5" fmla="*/ 4049487 h 4049487"/>
              <a:gd name="connsiteX6" fmla="*/ 0 w 2943225"/>
              <a:gd name="connsiteY6" fmla="*/ 3994154 h 4049487"/>
              <a:gd name="connsiteX7" fmla="*/ 0 w 2943225"/>
              <a:gd name="connsiteY7" fmla="*/ 55333 h 4049487"/>
              <a:gd name="connsiteX8" fmla="*/ 55333 w 2943225"/>
              <a:gd name="connsiteY8" fmla="*/ 0 h 4049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43225" h="4049487">
                <a:moveTo>
                  <a:pt x="55333" y="0"/>
                </a:moveTo>
                <a:lnTo>
                  <a:pt x="2887892" y="0"/>
                </a:lnTo>
                <a:cubicBezTo>
                  <a:pt x="2918452" y="0"/>
                  <a:pt x="2943225" y="24773"/>
                  <a:pt x="2943225" y="55333"/>
                </a:cubicBezTo>
                <a:lnTo>
                  <a:pt x="2943225" y="3994154"/>
                </a:lnTo>
                <a:cubicBezTo>
                  <a:pt x="2943225" y="4024714"/>
                  <a:pt x="2918452" y="4049487"/>
                  <a:pt x="2887892" y="4049487"/>
                </a:cubicBezTo>
                <a:lnTo>
                  <a:pt x="55333" y="4049487"/>
                </a:lnTo>
                <a:cubicBezTo>
                  <a:pt x="24773" y="4049487"/>
                  <a:pt x="0" y="4024714"/>
                  <a:pt x="0" y="3994154"/>
                </a:cubicBezTo>
                <a:lnTo>
                  <a:pt x="0" y="55333"/>
                </a:lnTo>
                <a:cubicBezTo>
                  <a:pt x="0" y="24773"/>
                  <a:pt x="24773" y="0"/>
                  <a:pt x="55333" y="0"/>
                </a:cubicBezTo>
                <a:close/>
              </a:path>
            </a:pathLst>
          </a:custGeom>
          <a:effectLst>
            <a:outerShdw blurRad="279400" sx="102000" sy="102000" algn="ctr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B51899-A364-4A6E-BFF9-F2773605E4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59204" y="0"/>
            <a:ext cx="2589684" cy="2790825"/>
          </a:xfrm>
          <a:custGeom>
            <a:avLst/>
            <a:gdLst>
              <a:gd name="connsiteX0" fmla="*/ 48686 w 2589684"/>
              <a:gd name="connsiteY0" fmla="*/ 0 h 2790825"/>
              <a:gd name="connsiteX1" fmla="*/ 2540998 w 2589684"/>
              <a:gd name="connsiteY1" fmla="*/ 0 h 2790825"/>
              <a:gd name="connsiteX2" fmla="*/ 2589684 w 2589684"/>
              <a:gd name="connsiteY2" fmla="*/ 48686 h 2790825"/>
              <a:gd name="connsiteX3" fmla="*/ 2589684 w 2589684"/>
              <a:gd name="connsiteY3" fmla="*/ 2742139 h 2790825"/>
              <a:gd name="connsiteX4" fmla="*/ 2540998 w 2589684"/>
              <a:gd name="connsiteY4" fmla="*/ 2790825 h 2790825"/>
              <a:gd name="connsiteX5" fmla="*/ 48686 w 2589684"/>
              <a:gd name="connsiteY5" fmla="*/ 2790825 h 2790825"/>
              <a:gd name="connsiteX6" fmla="*/ 0 w 2589684"/>
              <a:gd name="connsiteY6" fmla="*/ 2742139 h 2790825"/>
              <a:gd name="connsiteX7" fmla="*/ 0 w 2589684"/>
              <a:gd name="connsiteY7" fmla="*/ 48686 h 2790825"/>
              <a:gd name="connsiteX8" fmla="*/ 48686 w 2589684"/>
              <a:gd name="connsiteY8" fmla="*/ 0 h 279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9684" h="2790825">
                <a:moveTo>
                  <a:pt x="48686" y="0"/>
                </a:moveTo>
                <a:lnTo>
                  <a:pt x="2540998" y="0"/>
                </a:lnTo>
                <a:cubicBezTo>
                  <a:pt x="2567887" y="0"/>
                  <a:pt x="2589684" y="21797"/>
                  <a:pt x="2589684" y="48686"/>
                </a:cubicBezTo>
                <a:lnTo>
                  <a:pt x="2589684" y="2742139"/>
                </a:lnTo>
                <a:cubicBezTo>
                  <a:pt x="2589684" y="2769028"/>
                  <a:pt x="2567887" y="2790825"/>
                  <a:pt x="2540998" y="2790825"/>
                </a:cubicBezTo>
                <a:lnTo>
                  <a:pt x="48686" y="2790825"/>
                </a:lnTo>
                <a:cubicBezTo>
                  <a:pt x="21797" y="2790825"/>
                  <a:pt x="0" y="2769028"/>
                  <a:pt x="0" y="2742139"/>
                </a:cubicBezTo>
                <a:lnTo>
                  <a:pt x="0" y="48686"/>
                </a:lnTo>
                <a:cubicBezTo>
                  <a:pt x="0" y="21797"/>
                  <a:pt x="21797" y="0"/>
                  <a:pt x="48686" y="0"/>
                </a:cubicBezTo>
                <a:close/>
              </a:path>
            </a:pathLst>
          </a:custGeom>
          <a:effectLst>
            <a:outerShdw blurRad="279400" sx="102000" sy="102000" algn="ctr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CDDD84D-7009-457C-AB44-1F1221904EF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46323" y="0"/>
            <a:ext cx="2064212" cy="2209800"/>
          </a:xfrm>
          <a:custGeom>
            <a:avLst/>
            <a:gdLst>
              <a:gd name="connsiteX0" fmla="*/ 38807 w 2064212"/>
              <a:gd name="connsiteY0" fmla="*/ 0 h 2209800"/>
              <a:gd name="connsiteX1" fmla="*/ 2025405 w 2064212"/>
              <a:gd name="connsiteY1" fmla="*/ 0 h 2209800"/>
              <a:gd name="connsiteX2" fmla="*/ 2064212 w 2064212"/>
              <a:gd name="connsiteY2" fmla="*/ 38807 h 2209800"/>
              <a:gd name="connsiteX3" fmla="*/ 2064212 w 2064212"/>
              <a:gd name="connsiteY3" fmla="*/ 2170993 h 2209800"/>
              <a:gd name="connsiteX4" fmla="*/ 2025405 w 2064212"/>
              <a:gd name="connsiteY4" fmla="*/ 2209800 h 2209800"/>
              <a:gd name="connsiteX5" fmla="*/ 38807 w 2064212"/>
              <a:gd name="connsiteY5" fmla="*/ 2209800 h 2209800"/>
              <a:gd name="connsiteX6" fmla="*/ 0 w 2064212"/>
              <a:gd name="connsiteY6" fmla="*/ 2170993 h 2209800"/>
              <a:gd name="connsiteX7" fmla="*/ 0 w 2064212"/>
              <a:gd name="connsiteY7" fmla="*/ 38807 h 2209800"/>
              <a:gd name="connsiteX8" fmla="*/ 38807 w 2064212"/>
              <a:gd name="connsiteY8" fmla="*/ 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4212" h="2209800">
                <a:moveTo>
                  <a:pt x="38807" y="0"/>
                </a:moveTo>
                <a:lnTo>
                  <a:pt x="2025405" y="0"/>
                </a:lnTo>
                <a:cubicBezTo>
                  <a:pt x="2046838" y="0"/>
                  <a:pt x="2064212" y="17374"/>
                  <a:pt x="2064212" y="38807"/>
                </a:cubicBezTo>
                <a:lnTo>
                  <a:pt x="2064212" y="2170993"/>
                </a:lnTo>
                <a:cubicBezTo>
                  <a:pt x="2064212" y="2192426"/>
                  <a:pt x="2046838" y="2209800"/>
                  <a:pt x="2025405" y="2209800"/>
                </a:cubicBezTo>
                <a:lnTo>
                  <a:pt x="38807" y="2209800"/>
                </a:lnTo>
                <a:cubicBezTo>
                  <a:pt x="17374" y="2209800"/>
                  <a:pt x="0" y="2192426"/>
                  <a:pt x="0" y="2170993"/>
                </a:cubicBezTo>
                <a:lnTo>
                  <a:pt x="0" y="38807"/>
                </a:lnTo>
                <a:cubicBezTo>
                  <a:pt x="0" y="17374"/>
                  <a:pt x="17374" y="0"/>
                  <a:pt x="38807" y="0"/>
                </a:cubicBezTo>
                <a:close/>
              </a:path>
            </a:pathLst>
          </a:custGeom>
          <a:effectLst>
            <a:outerShdw blurRad="279400" sx="102000" sy="102000" algn="ctr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142B4CF-643D-404B-A696-BB88BAD03F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034704" y="0"/>
            <a:ext cx="2589684" cy="2790825"/>
          </a:xfrm>
          <a:custGeom>
            <a:avLst/>
            <a:gdLst>
              <a:gd name="connsiteX0" fmla="*/ 48686 w 2589684"/>
              <a:gd name="connsiteY0" fmla="*/ 0 h 2790825"/>
              <a:gd name="connsiteX1" fmla="*/ 2540998 w 2589684"/>
              <a:gd name="connsiteY1" fmla="*/ 0 h 2790825"/>
              <a:gd name="connsiteX2" fmla="*/ 2589684 w 2589684"/>
              <a:gd name="connsiteY2" fmla="*/ 48686 h 2790825"/>
              <a:gd name="connsiteX3" fmla="*/ 2589684 w 2589684"/>
              <a:gd name="connsiteY3" fmla="*/ 2742139 h 2790825"/>
              <a:gd name="connsiteX4" fmla="*/ 2540998 w 2589684"/>
              <a:gd name="connsiteY4" fmla="*/ 2790825 h 2790825"/>
              <a:gd name="connsiteX5" fmla="*/ 48686 w 2589684"/>
              <a:gd name="connsiteY5" fmla="*/ 2790825 h 2790825"/>
              <a:gd name="connsiteX6" fmla="*/ 0 w 2589684"/>
              <a:gd name="connsiteY6" fmla="*/ 2742139 h 2790825"/>
              <a:gd name="connsiteX7" fmla="*/ 0 w 2589684"/>
              <a:gd name="connsiteY7" fmla="*/ 48686 h 2790825"/>
              <a:gd name="connsiteX8" fmla="*/ 48686 w 2589684"/>
              <a:gd name="connsiteY8" fmla="*/ 0 h 279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89684" h="2790825">
                <a:moveTo>
                  <a:pt x="48686" y="0"/>
                </a:moveTo>
                <a:lnTo>
                  <a:pt x="2540998" y="0"/>
                </a:lnTo>
                <a:cubicBezTo>
                  <a:pt x="2567887" y="0"/>
                  <a:pt x="2589684" y="21797"/>
                  <a:pt x="2589684" y="48686"/>
                </a:cubicBezTo>
                <a:lnTo>
                  <a:pt x="2589684" y="2742139"/>
                </a:lnTo>
                <a:cubicBezTo>
                  <a:pt x="2589684" y="2769028"/>
                  <a:pt x="2567887" y="2790825"/>
                  <a:pt x="2540998" y="2790825"/>
                </a:cubicBezTo>
                <a:lnTo>
                  <a:pt x="48686" y="2790825"/>
                </a:lnTo>
                <a:cubicBezTo>
                  <a:pt x="21797" y="2790825"/>
                  <a:pt x="0" y="2769028"/>
                  <a:pt x="0" y="2742139"/>
                </a:cubicBezTo>
                <a:lnTo>
                  <a:pt x="0" y="48686"/>
                </a:lnTo>
                <a:cubicBezTo>
                  <a:pt x="0" y="21797"/>
                  <a:pt x="21797" y="0"/>
                  <a:pt x="48686" y="0"/>
                </a:cubicBezTo>
                <a:close/>
              </a:path>
            </a:pathLst>
          </a:custGeom>
          <a:effectLst>
            <a:outerShdw blurRad="279400" sx="102000" sy="102000" algn="ctr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344C336-6FDA-4E75-833C-536AD9D056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050535" cy="2209800"/>
          </a:xfrm>
          <a:custGeom>
            <a:avLst/>
            <a:gdLst>
              <a:gd name="connsiteX0" fmla="*/ 38550 w 2050535"/>
              <a:gd name="connsiteY0" fmla="*/ 0 h 2209800"/>
              <a:gd name="connsiteX1" fmla="*/ 2011985 w 2050535"/>
              <a:gd name="connsiteY1" fmla="*/ 0 h 2209800"/>
              <a:gd name="connsiteX2" fmla="*/ 2050535 w 2050535"/>
              <a:gd name="connsiteY2" fmla="*/ 38550 h 2209800"/>
              <a:gd name="connsiteX3" fmla="*/ 2050535 w 2050535"/>
              <a:gd name="connsiteY3" fmla="*/ 2171250 h 2209800"/>
              <a:gd name="connsiteX4" fmla="*/ 2011985 w 2050535"/>
              <a:gd name="connsiteY4" fmla="*/ 2209800 h 2209800"/>
              <a:gd name="connsiteX5" fmla="*/ 38550 w 2050535"/>
              <a:gd name="connsiteY5" fmla="*/ 2209800 h 2209800"/>
              <a:gd name="connsiteX6" fmla="*/ 0 w 2050535"/>
              <a:gd name="connsiteY6" fmla="*/ 2171250 h 2209800"/>
              <a:gd name="connsiteX7" fmla="*/ 0 w 2050535"/>
              <a:gd name="connsiteY7" fmla="*/ 38550 h 2209800"/>
              <a:gd name="connsiteX8" fmla="*/ 38550 w 2050535"/>
              <a:gd name="connsiteY8" fmla="*/ 0 h 220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0535" h="2209800">
                <a:moveTo>
                  <a:pt x="38550" y="0"/>
                </a:moveTo>
                <a:lnTo>
                  <a:pt x="2011985" y="0"/>
                </a:lnTo>
                <a:cubicBezTo>
                  <a:pt x="2033276" y="0"/>
                  <a:pt x="2050535" y="17259"/>
                  <a:pt x="2050535" y="38550"/>
                </a:cubicBezTo>
                <a:lnTo>
                  <a:pt x="2050535" y="2171250"/>
                </a:lnTo>
                <a:cubicBezTo>
                  <a:pt x="2050535" y="2192541"/>
                  <a:pt x="2033276" y="2209800"/>
                  <a:pt x="2011985" y="2209800"/>
                </a:cubicBezTo>
                <a:lnTo>
                  <a:pt x="38550" y="2209800"/>
                </a:lnTo>
                <a:cubicBezTo>
                  <a:pt x="17259" y="2209800"/>
                  <a:pt x="0" y="2192541"/>
                  <a:pt x="0" y="2171250"/>
                </a:cubicBezTo>
                <a:lnTo>
                  <a:pt x="0" y="38550"/>
                </a:lnTo>
                <a:cubicBezTo>
                  <a:pt x="0" y="17259"/>
                  <a:pt x="17259" y="0"/>
                  <a:pt x="38550" y="0"/>
                </a:cubicBezTo>
                <a:close/>
              </a:path>
            </a:pathLst>
          </a:custGeom>
          <a:effectLst>
            <a:outerShdw blurRad="279400" sx="102000" sy="102000" algn="ctr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555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100000" fill="hold" grpId="1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1" decel="10000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1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99BB1A50-0968-4622-A600-5F4A6F4C4C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55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indefinite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9" dur="65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DBC9E7-FFC9-4F35-B1D6-3D2B8E22D42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2735" y="1247775"/>
            <a:ext cx="6473465" cy="5610226"/>
          </a:xfrm>
          <a:custGeom>
            <a:avLst/>
            <a:gdLst>
              <a:gd name="connsiteX0" fmla="*/ 4920888 w 6473465"/>
              <a:gd name="connsiteY0" fmla="*/ 2034420 h 5610226"/>
              <a:gd name="connsiteX1" fmla="*/ 4920888 w 6473465"/>
              <a:gd name="connsiteY1" fmla="*/ 5610225 h 5610226"/>
              <a:gd name="connsiteX2" fmla="*/ 4183837 w 6473465"/>
              <a:gd name="connsiteY2" fmla="*/ 5610225 h 5610226"/>
              <a:gd name="connsiteX3" fmla="*/ 4183837 w 6473465"/>
              <a:gd name="connsiteY3" fmla="*/ 5610226 h 5610226"/>
              <a:gd name="connsiteX4" fmla="*/ 2964637 w 6473465"/>
              <a:gd name="connsiteY4" fmla="*/ 5610226 h 5610226"/>
              <a:gd name="connsiteX5" fmla="*/ 2964637 w 6473465"/>
              <a:gd name="connsiteY5" fmla="*/ 5610225 h 5610226"/>
              <a:gd name="connsiteX6" fmla="*/ 1730014 w 6473465"/>
              <a:gd name="connsiteY6" fmla="*/ 5610225 h 5610226"/>
              <a:gd name="connsiteX7" fmla="*/ 5763058 w 6473465"/>
              <a:gd name="connsiteY7" fmla="*/ 1449125 h 5610226"/>
              <a:gd name="connsiteX8" fmla="*/ 6423458 w 6473465"/>
              <a:gd name="connsiteY8" fmla="*/ 2109525 h 5610226"/>
              <a:gd name="connsiteX9" fmla="*/ 6423458 w 6473465"/>
              <a:gd name="connsiteY9" fmla="*/ 5610225 h 5610226"/>
              <a:gd name="connsiteX10" fmla="*/ 5102658 w 6473465"/>
              <a:gd name="connsiteY10" fmla="*/ 5610225 h 5610226"/>
              <a:gd name="connsiteX11" fmla="*/ 5102658 w 6473465"/>
              <a:gd name="connsiteY11" fmla="*/ 2109525 h 5610226"/>
              <a:gd name="connsiteX12" fmla="*/ 5763058 w 6473465"/>
              <a:gd name="connsiteY12" fmla="*/ 1449125 h 5610226"/>
              <a:gd name="connsiteX13" fmla="*/ 4401038 w 6473465"/>
              <a:gd name="connsiteY13" fmla="*/ 575528 h 5610226"/>
              <a:gd name="connsiteX14" fmla="*/ 4880810 w 6473465"/>
              <a:gd name="connsiteY14" fmla="*/ 734578 h 5610226"/>
              <a:gd name="connsiteX15" fmla="*/ 4948544 w 6473465"/>
              <a:gd name="connsiteY15" fmla="*/ 1666065 h 5610226"/>
              <a:gd name="connsiteX16" fmla="*/ 1539110 w 6473465"/>
              <a:gd name="connsiteY16" fmla="*/ 5610225 h 5610226"/>
              <a:gd name="connsiteX17" fmla="*/ 0 w 6473465"/>
              <a:gd name="connsiteY17" fmla="*/ 5610225 h 5610226"/>
              <a:gd name="connsiteX18" fmla="*/ 1575 w 6473465"/>
              <a:gd name="connsiteY18" fmla="*/ 5541681 h 5610226"/>
              <a:gd name="connsiteX19" fmla="*/ 157715 w 6473465"/>
              <a:gd name="connsiteY19" fmla="*/ 5188585 h 5610226"/>
              <a:gd name="connsiteX20" fmla="*/ 3949323 w 6473465"/>
              <a:gd name="connsiteY20" fmla="*/ 802312 h 5610226"/>
              <a:gd name="connsiteX21" fmla="*/ 4401038 w 6473465"/>
              <a:gd name="connsiteY21" fmla="*/ 575528 h 5610226"/>
              <a:gd name="connsiteX22" fmla="*/ 5792427 w 6473465"/>
              <a:gd name="connsiteY22" fmla="*/ 0 h 5610226"/>
              <a:gd name="connsiteX23" fmla="*/ 6473465 w 6473465"/>
              <a:gd name="connsiteY23" fmla="*/ 681038 h 5610226"/>
              <a:gd name="connsiteX24" fmla="*/ 5792427 w 6473465"/>
              <a:gd name="connsiteY24" fmla="*/ 1362076 h 5610226"/>
              <a:gd name="connsiteX25" fmla="*/ 5111389 w 6473465"/>
              <a:gd name="connsiteY25" fmla="*/ 681038 h 5610226"/>
              <a:gd name="connsiteX26" fmla="*/ 5792427 w 6473465"/>
              <a:gd name="connsiteY26" fmla="*/ 0 h 561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473465" h="5610226">
                <a:moveTo>
                  <a:pt x="4920888" y="2034420"/>
                </a:moveTo>
                <a:lnTo>
                  <a:pt x="4920888" y="5610225"/>
                </a:lnTo>
                <a:lnTo>
                  <a:pt x="4183837" y="5610225"/>
                </a:lnTo>
                <a:lnTo>
                  <a:pt x="4183837" y="5610226"/>
                </a:lnTo>
                <a:lnTo>
                  <a:pt x="2964637" y="5610226"/>
                </a:lnTo>
                <a:lnTo>
                  <a:pt x="2964637" y="5610225"/>
                </a:lnTo>
                <a:lnTo>
                  <a:pt x="1730014" y="5610225"/>
                </a:lnTo>
                <a:close/>
                <a:moveTo>
                  <a:pt x="5763058" y="1449125"/>
                </a:moveTo>
                <a:cubicBezTo>
                  <a:pt x="6127787" y="1449125"/>
                  <a:pt x="6423458" y="1744796"/>
                  <a:pt x="6423458" y="2109525"/>
                </a:cubicBezTo>
                <a:lnTo>
                  <a:pt x="6423458" y="5610225"/>
                </a:lnTo>
                <a:lnTo>
                  <a:pt x="5102658" y="5610225"/>
                </a:lnTo>
                <a:lnTo>
                  <a:pt x="5102658" y="2109525"/>
                </a:lnTo>
                <a:cubicBezTo>
                  <a:pt x="5102658" y="1744796"/>
                  <a:pt x="5398329" y="1449125"/>
                  <a:pt x="5763058" y="1449125"/>
                </a:cubicBezTo>
                <a:close/>
                <a:moveTo>
                  <a:pt x="4401038" y="575528"/>
                </a:moveTo>
                <a:cubicBezTo>
                  <a:pt x="4569604" y="563270"/>
                  <a:pt x="4742846" y="615319"/>
                  <a:pt x="4880810" y="734578"/>
                </a:cubicBezTo>
                <a:cubicBezTo>
                  <a:pt x="5156737" y="973097"/>
                  <a:pt x="5187063" y="1390137"/>
                  <a:pt x="4948544" y="1666065"/>
                </a:cubicBezTo>
                <a:lnTo>
                  <a:pt x="1539110" y="5610225"/>
                </a:lnTo>
                <a:lnTo>
                  <a:pt x="0" y="5610225"/>
                </a:lnTo>
                <a:lnTo>
                  <a:pt x="1575" y="5541681"/>
                </a:lnTo>
                <a:cubicBezTo>
                  <a:pt x="16632" y="5415375"/>
                  <a:pt x="68271" y="5292058"/>
                  <a:pt x="157715" y="5188585"/>
                </a:cubicBezTo>
                <a:lnTo>
                  <a:pt x="3949323" y="802312"/>
                </a:lnTo>
                <a:cubicBezTo>
                  <a:pt x="4068582" y="664349"/>
                  <a:pt x="4232472" y="587785"/>
                  <a:pt x="4401038" y="575528"/>
                </a:cubicBezTo>
                <a:close/>
                <a:moveTo>
                  <a:pt x="5792427" y="0"/>
                </a:moveTo>
                <a:cubicBezTo>
                  <a:pt x="6168554" y="0"/>
                  <a:pt x="6473465" y="304911"/>
                  <a:pt x="6473465" y="681038"/>
                </a:cubicBezTo>
                <a:cubicBezTo>
                  <a:pt x="6473465" y="1057165"/>
                  <a:pt x="6168554" y="1362076"/>
                  <a:pt x="5792427" y="1362076"/>
                </a:cubicBezTo>
                <a:cubicBezTo>
                  <a:pt x="5416300" y="1362076"/>
                  <a:pt x="5111389" y="1057165"/>
                  <a:pt x="5111389" y="681038"/>
                </a:cubicBezTo>
                <a:cubicBezTo>
                  <a:pt x="5111389" y="304911"/>
                  <a:pt x="5416300" y="0"/>
                  <a:pt x="579242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4810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F89002A-8238-44A1-A41A-7FEC9664B6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06184" y="495299"/>
            <a:ext cx="9779633" cy="2200794"/>
          </a:xfrm>
          <a:custGeom>
            <a:avLst/>
            <a:gdLst>
              <a:gd name="connsiteX0" fmla="*/ 41375 w 9779633"/>
              <a:gd name="connsiteY0" fmla="*/ 0 h 2200794"/>
              <a:gd name="connsiteX1" fmla="*/ 9738258 w 9779633"/>
              <a:gd name="connsiteY1" fmla="*/ 0 h 2200794"/>
              <a:gd name="connsiteX2" fmla="*/ 9779633 w 9779633"/>
              <a:gd name="connsiteY2" fmla="*/ 41375 h 2200794"/>
              <a:gd name="connsiteX3" fmla="*/ 9779633 w 9779633"/>
              <a:gd name="connsiteY3" fmla="*/ 2159419 h 2200794"/>
              <a:gd name="connsiteX4" fmla="*/ 9738258 w 9779633"/>
              <a:gd name="connsiteY4" fmla="*/ 2200794 h 2200794"/>
              <a:gd name="connsiteX5" fmla="*/ 41375 w 9779633"/>
              <a:gd name="connsiteY5" fmla="*/ 2200794 h 2200794"/>
              <a:gd name="connsiteX6" fmla="*/ 0 w 9779633"/>
              <a:gd name="connsiteY6" fmla="*/ 2159419 h 2200794"/>
              <a:gd name="connsiteX7" fmla="*/ 0 w 9779633"/>
              <a:gd name="connsiteY7" fmla="*/ 41375 h 2200794"/>
              <a:gd name="connsiteX8" fmla="*/ 41375 w 9779633"/>
              <a:gd name="connsiteY8" fmla="*/ 0 h 220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9633" h="2200794">
                <a:moveTo>
                  <a:pt x="41375" y="0"/>
                </a:moveTo>
                <a:lnTo>
                  <a:pt x="9738258" y="0"/>
                </a:lnTo>
                <a:cubicBezTo>
                  <a:pt x="9761109" y="0"/>
                  <a:pt x="9779633" y="18524"/>
                  <a:pt x="9779633" y="41375"/>
                </a:cubicBezTo>
                <a:lnTo>
                  <a:pt x="9779633" y="2159419"/>
                </a:lnTo>
                <a:cubicBezTo>
                  <a:pt x="9779633" y="2182270"/>
                  <a:pt x="9761109" y="2200794"/>
                  <a:pt x="9738258" y="2200794"/>
                </a:cubicBezTo>
                <a:lnTo>
                  <a:pt x="41375" y="2200794"/>
                </a:lnTo>
                <a:cubicBezTo>
                  <a:pt x="18524" y="2200794"/>
                  <a:pt x="0" y="2182270"/>
                  <a:pt x="0" y="2159419"/>
                </a:cubicBezTo>
                <a:lnTo>
                  <a:pt x="0" y="41375"/>
                </a:lnTo>
                <a:cubicBezTo>
                  <a:pt x="0" y="18524"/>
                  <a:pt x="18524" y="0"/>
                  <a:pt x="41375" y="0"/>
                </a:cubicBezTo>
                <a:close/>
              </a:path>
            </a:pathLst>
          </a:custGeom>
        </p:spPr>
        <p:txBody>
          <a:bodyPr/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2736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16188CB-B337-43AA-AFCA-CF752654CD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-1"/>
            <a:ext cx="12192000" cy="4695825"/>
          </a:xfrm>
          <a:custGeom>
            <a:avLst/>
            <a:gdLst>
              <a:gd name="connsiteX0" fmla="*/ 0 w 12192000"/>
              <a:gd name="connsiteY0" fmla="*/ 0 h 4695825"/>
              <a:gd name="connsiteX1" fmla="*/ 12192000 w 12192000"/>
              <a:gd name="connsiteY1" fmla="*/ 0 h 4695825"/>
              <a:gd name="connsiteX2" fmla="*/ 12192000 w 12192000"/>
              <a:gd name="connsiteY2" fmla="*/ 4695825 h 4695825"/>
              <a:gd name="connsiteX3" fmla="*/ 0 w 12192000"/>
              <a:gd name="connsiteY3" fmla="*/ 4695825 h 4695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695825">
                <a:moveTo>
                  <a:pt x="0" y="0"/>
                </a:moveTo>
                <a:lnTo>
                  <a:pt x="12192000" y="0"/>
                </a:lnTo>
                <a:lnTo>
                  <a:pt x="12192000" y="4695825"/>
                </a:lnTo>
                <a:lnTo>
                  <a:pt x="0" y="4695825"/>
                </a:lnTo>
                <a:close/>
              </a:path>
            </a:pathLst>
          </a:custGeom>
        </p:spPr>
        <p:txBody>
          <a:bodyPr/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8200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309BA6E-6C8D-4A48-978E-3C5BC62553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-1"/>
            <a:ext cx="3257550" cy="6858000"/>
          </a:xfrm>
          <a:custGeom>
            <a:avLst/>
            <a:gdLst>
              <a:gd name="connsiteX0" fmla="*/ 0 w 3257550"/>
              <a:gd name="connsiteY0" fmla="*/ 0 h 6858000"/>
              <a:gd name="connsiteX1" fmla="*/ 3257550 w 3257550"/>
              <a:gd name="connsiteY1" fmla="*/ 0 h 6858000"/>
              <a:gd name="connsiteX2" fmla="*/ 3257550 w 3257550"/>
              <a:gd name="connsiteY2" fmla="*/ 6858000 h 6858000"/>
              <a:gd name="connsiteX3" fmla="*/ 0 w 32575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7550" h="6858000">
                <a:moveTo>
                  <a:pt x="0" y="0"/>
                </a:moveTo>
                <a:lnTo>
                  <a:pt x="3257550" y="0"/>
                </a:lnTo>
                <a:lnTo>
                  <a:pt x="325755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510CBE-7ABD-4ED2-9FC5-69B63F35A9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58250" y="-1"/>
            <a:ext cx="3333750" cy="6858000"/>
          </a:xfrm>
          <a:custGeom>
            <a:avLst/>
            <a:gdLst>
              <a:gd name="connsiteX0" fmla="*/ 0 w 3333750"/>
              <a:gd name="connsiteY0" fmla="*/ 0 h 6858000"/>
              <a:gd name="connsiteX1" fmla="*/ 3333750 w 3333750"/>
              <a:gd name="connsiteY1" fmla="*/ 0 h 6858000"/>
              <a:gd name="connsiteX2" fmla="*/ 3333750 w 3333750"/>
              <a:gd name="connsiteY2" fmla="*/ 6858000 h 6858000"/>
              <a:gd name="connsiteX3" fmla="*/ 0 w 33337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3750" h="6858000">
                <a:moveTo>
                  <a:pt x="0" y="0"/>
                </a:moveTo>
                <a:lnTo>
                  <a:pt x="3333750" y="0"/>
                </a:lnTo>
                <a:lnTo>
                  <a:pt x="333375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/>
          <a:lstStyle>
            <a:lvl1pPr>
              <a:defRPr lang="en-ID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44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" presetClass="entr" presetSubtype="2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6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F52F9D4-3DB2-4B79-B913-1E7D0B361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36992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F52F9D4-3DB2-4B79-B913-1E7D0B361D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72375" y="0"/>
            <a:ext cx="46196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5191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16000" decel="84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decel="100000" fill="hold" grpId="1" nodeType="withEffect" nodePh="1">
                                  <p:stCondLst>
                                    <p:cond delay="15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Scale>
                                      <p:cBhvr>
                                        <p:cTn id="10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4265AD-305A-4636-8444-C71E0D61424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65574" y="960077"/>
            <a:ext cx="4754304" cy="3195738"/>
          </a:xfrm>
          <a:custGeom>
            <a:avLst/>
            <a:gdLst>
              <a:gd name="connsiteX0" fmla="*/ 434301 w 4754304"/>
              <a:gd name="connsiteY0" fmla="*/ 0 h 3195738"/>
              <a:gd name="connsiteX1" fmla="*/ 4320003 w 4754304"/>
              <a:gd name="connsiteY1" fmla="*/ 0 h 3195738"/>
              <a:gd name="connsiteX2" fmla="*/ 4754304 w 4754304"/>
              <a:gd name="connsiteY2" fmla="*/ 434301 h 3195738"/>
              <a:gd name="connsiteX3" fmla="*/ 4754304 w 4754304"/>
              <a:gd name="connsiteY3" fmla="*/ 2761437 h 3195738"/>
              <a:gd name="connsiteX4" fmla="*/ 4320003 w 4754304"/>
              <a:gd name="connsiteY4" fmla="*/ 3195738 h 3195738"/>
              <a:gd name="connsiteX5" fmla="*/ 434301 w 4754304"/>
              <a:gd name="connsiteY5" fmla="*/ 3195738 h 3195738"/>
              <a:gd name="connsiteX6" fmla="*/ 0 w 4754304"/>
              <a:gd name="connsiteY6" fmla="*/ 2761437 h 3195738"/>
              <a:gd name="connsiteX7" fmla="*/ 0 w 4754304"/>
              <a:gd name="connsiteY7" fmla="*/ 434301 h 3195738"/>
              <a:gd name="connsiteX8" fmla="*/ 434301 w 4754304"/>
              <a:gd name="connsiteY8" fmla="*/ 0 h 319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54304" h="3195738">
                <a:moveTo>
                  <a:pt x="434301" y="0"/>
                </a:moveTo>
                <a:lnTo>
                  <a:pt x="4320003" y="0"/>
                </a:lnTo>
                <a:cubicBezTo>
                  <a:pt x="4559861" y="0"/>
                  <a:pt x="4754304" y="194443"/>
                  <a:pt x="4754304" y="434301"/>
                </a:cubicBezTo>
                <a:lnTo>
                  <a:pt x="4754304" y="2761437"/>
                </a:lnTo>
                <a:cubicBezTo>
                  <a:pt x="4754304" y="3001295"/>
                  <a:pt x="4559861" y="3195738"/>
                  <a:pt x="4320003" y="3195738"/>
                </a:cubicBezTo>
                <a:lnTo>
                  <a:pt x="434301" y="3195738"/>
                </a:lnTo>
                <a:cubicBezTo>
                  <a:pt x="194443" y="3195738"/>
                  <a:pt x="0" y="3001295"/>
                  <a:pt x="0" y="2761437"/>
                </a:cubicBezTo>
                <a:lnTo>
                  <a:pt x="0" y="434301"/>
                </a:lnTo>
                <a:cubicBezTo>
                  <a:pt x="0" y="194443"/>
                  <a:pt x="194443" y="0"/>
                  <a:pt x="43430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5219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739F9-772E-46DE-B3D4-16F924EF1351}"/>
              </a:ext>
            </a:extLst>
          </p:cNvPr>
          <p:cNvSpPr txBox="1"/>
          <p:nvPr userDrawn="1"/>
        </p:nvSpPr>
        <p:spPr>
          <a:xfrm>
            <a:off x="10148993" y="6321667"/>
            <a:ext cx="1799755" cy="293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+mn-lt"/>
                <a:ea typeface="Zen Antique" pitchFamily="2" charset="-128"/>
                <a:cs typeface="Heebo" pitchFamily="2" charset="-79"/>
              </a:rPr>
              <a:t>Jonathan Pake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09E4C-228C-4B1D-AA32-AFB83E07F348}"/>
              </a:ext>
            </a:extLst>
          </p:cNvPr>
          <p:cNvSpPr txBox="1"/>
          <p:nvPr userDrawn="1"/>
        </p:nvSpPr>
        <p:spPr>
          <a:xfrm rot="10800000" flipV="1">
            <a:off x="215052" y="6339802"/>
            <a:ext cx="11653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85000"/>
                    <a:lumOff val="15000"/>
                  </a:schemeClr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pPr algn="l"/>
            <a:r>
              <a:rPr lang="en-US" sz="1200" b="0" dirty="0">
                <a:solidFill>
                  <a:schemeClr val="bg1"/>
                </a:solidFill>
                <a:latin typeface="+mn-lt"/>
              </a:rPr>
              <a:t>Page </a:t>
            </a:r>
            <a:fld id="{260E2A6B-A809-4840-BF14-8648BC0BDF87}" type="slidenum">
              <a:rPr lang="id-ID" sz="1200" b="0" smtClean="0">
                <a:solidFill>
                  <a:schemeClr val="bg1"/>
                </a:solidFill>
                <a:latin typeface="+mn-lt"/>
              </a:rPr>
              <a:pPr algn="l"/>
              <a:t>‹#›</a:t>
            </a:fld>
            <a:endParaRPr lang="id-ID" sz="1200" b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669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5" r:id="rId2"/>
    <p:sldLayoutId id="2147483674" r:id="rId3"/>
    <p:sldLayoutId id="2147483673" r:id="rId4"/>
    <p:sldLayoutId id="2147483672" r:id="rId5"/>
    <p:sldLayoutId id="2147483671" r:id="rId6"/>
    <p:sldLayoutId id="2147483670" r:id="rId7"/>
    <p:sldLayoutId id="2147483669" r:id="rId8"/>
    <p:sldLayoutId id="2147483668" r:id="rId9"/>
    <p:sldLayoutId id="2147483667" r:id="rId10"/>
    <p:sldLayoutId id="2147483666" r:id="rId11"/>
    <p:sldLayoutId id="2147483665" r:id="rId12"/>
    <p:sldLayoutId id="2147483664" r:id="rId13"/>
    <p:sldLayoutId id="2147483662" r:id="rId14"/>
    <p:sldLayoutId id="2147483663" r:id="rId15"/>
    <p:sldLayoutId id="2147483661" r:id="rId16"/>
    <p:sldLayoutId id="2147483660" r:id="rId17"/>
    <p:sldLayoutId id="2147483659" r:id="rId18"/>
    <p:sldLayoutId id="2147483657" r:id="rId19"/>
    <p:sldLayoutId id="2147483656" r:id="rId20"/>
    <p:sldLayoutId id="2147483655" r:id="rId21"/>
    <p:sldLayoutId id="2147483654" r:id="rId22"/>
    <p:sldLayoutId id="2147483653" r:id="rId23"/>
    <p:sldLayoutId id="2147483652" r:id="rId24"/>
    <p:sldLayoutId id="2147483649" r:id="rId25"/>
    <p:sldLayoutId id="2147483658" r:id="rId26"/>
    <p:sldLayoutId id="2147483651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14:reveal thruBlk="1"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943ACCEF-3CEE-43FC-A1CF-5876089B95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6096000 w 12192000"/>
              <a:gd name="connsiteY0" fmla="*/ 784225 h 6858000"/>
              <a:gd name="connsiteX1" fmla="*/ 3451225 w 12192000"/>
              <a:gd name="connsiteY1" fmla="*/ 3429000 h 6858000"/>
              <a:gd name="connsiteX2" fmla="*/ 6096000 w 12192000"/>
              <a:gd name="connsiteY2" fmla="*/ 6073775 h 6858000"/>
              <a:gd name="connsiteX3" fmla="*/ 8740775 w 12192000"/>
              <a:gd name="connsiteY3" fmla="*/ 3429000 h 6858000"/>
              <a:gd name="connsiteX4" fmla="*/ 6096000 w 12192000"/>
              <a:gd name="connsiteY4" fmla="*/ 784225 h 6858000"/>
              <a:gd name="connsiteX5" fmla="*/ 0 w 12192000"/>
              <a:gd name="connsiteY5" fmla="*/ 0 h 6858000"/>
              <a:gd name="connsiteX6" fmla="*/ 12192000 w 12192000"/>
              <a:gd name="connsiteY6" fmla="*/ 0 h 6858000"/>
              <a:gd name="connsiteX7" fmla="*/ 12192000 w 12192000"/>
              <a:gd name="connsiteY7" fmla="*/ 6858000 h 6858000"/>
              <a:gd name="connsiteX8" fmla="*/ 0 w 12192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6096000" y="784225"/>
                </a:moveTo>
                <a:cubicBezTo>
                  <a:pt x="4635331" y="784225"/>
                  <a:pt x="3451225" y="1968331"/>
                  <a:pt x="3451225" y="3429000"/>
                </a:cubicBezTo>
                <a:cubicBezTo>
                  <a:pt x="3451225" y="4889669"/>
                  <a:pt x="4635331" y="6073775"/>
                  <a:pt x="6096000" y="6073775"/>
                </a:cubicBezTo>
                <a:cubicBezTo>
                  <a:pt x="7556669" y="6073775"/>
                  <a:pt x="8740775" y="4889669"/>
                  <a:pt x="8740775" y="3429000"/>
                </a:cubicBezTo>
                <a:cubicBezTo>
                  <a:pt x="8740775" y="1968331"/>
                  <a:pt x="7556669" y="784225"/>
                  <a:pt x="6096000" y="7842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21416">
              <a:alpha val="95000"/>
            </a:srgbClr>
          </a:solidFill>
          <a:ln>
            <a:noFill/>
          </a:ln>
          <a:effectLst>
            <a:outerShdw blurRad="419100" sx="102000" sy="102000" algn="ctr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DDDB1-4A7F-419B-BB30-EFA6A07C2EE3}"/>
              </a:ext>
            </a:extLst>
          </p:cNvPr>
          <p:cNvSpPr txBox="1"/>
          <p:nvPr/>
        </p:nvSpPr>
        <p:spPr>
          <a:xfrm>
            <a:off x="3064932" y="3020473"/>
            <a:ext cx="60621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 b="0" spc="-150">
                <a:solidFill>
                  <a:schemeClr val="bg1"/>
                </a:solidFill>
                <a:effectLst>
                  <a:outerShdw blurRad="304800" dist="76200" dir="5400000" algn="ctr" rotWithShape="0">
                    <a:schemeClr val="tx1">
                      <a:alpha val="60000"/>
                    </a:schemeClr>
                  </a:outerShdw>
                </a:effectLst>
                <a:latin typeface="+mj-lt"/>
                <a:ea typeface="Zen Antique" pitchFamily="2" charset="-128"/>
                <a:cs typeface="Heebo" pitchFamily="2" charset="-79"/>
              </a:defRPr>
            </a:lvl1pPr>
          </a:lstStyle>
          <a:p>
            <a:r>
              <a:rPr lang="en-US" dirty="0">
                <a:gradFill>
                  <a:gsLst>
                    <a:gs pos="85000">
                      <a:schemeClr val="accent5"/>
                    </a:gs>
                    <a:gs pos="66395">
                      <a:schemeClr val="accent4"/>
                    </a:gs>
                    <a:gs pos="45000">
                      <a:schemeClr val="accent3"/>
                    </a:gs>
                    <a:gs pos="23000">
                      <a:schemeClr val="accent2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3000000" scaled="0"/>
                </a:gradFill>
              </a:rPr>
              <a:t>Enterprise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D5134-6786-4057-A755-B6B62AB3D984}"/>
              </a:ext>
            </a:extLst>
          </p:cNvPr>
          <p:cNvSpPr txBox="1"/>
          <p:nvPr/>
        </p:nvSpPr>
        <p:spPr>
          <a:xfrm>
            <a:off x="3266163" y="2076046"/>
            <a:ext cx="565967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 b="0" spc="-150">
                <a:solidFill>
                  <a:schemeClr val="bg1"/>
                </a:solidFill>
                <a:effectLst>
                  <a:outerShdw blurRad="304800" dist="76200" dir="5400000" algn="ctr" rotWithShape="0">
                    <a:schemeClr val="tx1">
                      <a:alpha val="60000"/>
                    </a:schemeClr>
                  </a:outerShdw>
                </a:effectLst>
                <a:latin typeface="+mj-lt"/>
                <a:ea typeface="Zen Antique" pitchFamily="2" charset="-128"/>
                <a:cs typeface="Heebo" pitchFamily="2" charset="-79"/>
              </a:defRPr>
            </a:lvl1pPr>
          </a:lstStyle>
          <a:p>
            <a:r>
              <a:rPr lang="en-US" dirty="0">
                <a:gradFill>
                  <a:gsLst>
                    <a:gs pos="85000">
                      <a:schemeClr val="accent5"/>
                    </a:gs>
                    <a:gs pos="66395">
                      <a:schemeClr val="accent4"/>
                    </a:gs>
                    <a:gs pos="45000">
                      <a:schemeClr val="accent3"/>
                    </a:gs>
                    <a:gs pos="23000">
                      <a:schemeClr val="accent2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13200000" scaled="0"/>
                </a:gradFill>
              </a:rPr>
              <a:t>SAPPIN’ The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717968A-AC6E-4779-A616-EC6C0B91ED0A}"/>
              </a:ext>
            </a:extLst>
          </p:cNvPr>
          <p:cNvSpPr/>
          <p:nvPr/>
        </p:nvSpPr>
        <p:spPr>
          <a:xfrm>
            <a:off x="4832350" y="4416927"/>
            <a:ext cx="2527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ea typeface="Zen Antique" pitchFamily="2" charset="-128"/>
                <a:cs typeface="Heebo" pitchFamily="2" charset="-79"/>
              </a:rPr>
              <a:t>Breaking What No One Else </a:t>
            </a:r>
            <a:r>
              <a:rPr lang="en-US" dirty="0" err="1">
                <a:solidFill>
                  <a:schemeClr val="bg1"/>
                </a:solidFill>
                <a:ea typeface="Zen Antique" pitchFamily="2" charset="-128"/>
                <a:cs typeface="Heebo" pitchFamily="2" charset="-79"/>
              </a:rPr>
              <a:t>Pentests</a:t>
            </a:r>
            <a:endParaRPr lang="en-US" dirty="0">
              <a:solidFill>
                <a:schemeClr val="bg1"/>
              </a:solidFill>
              <a:ea typeface="Zen Antique" pitchFamily="2" charset="-128"/>
              <a:cs typeface="Heebo" pitchFamily="2" charset="-79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9984B9-E93D-4AA1-B1C7-851CBA1A1F1B}"/>
              </a:ext>
            </a:extLst>
          </p:cNvPr>
          <p:cNvSpPr/>
          <p:nvPr/>
        </p:nvSpPr>
        <p:spPr>
          <a:xfrm>
            <a:off x="399297" y="5899689"/>
            <a:ext cx="65594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+mj-lt"/>
                <a:ea typeface="Zen Antique" pitchFamily="2" charset="-128"/>
                <a:cs typeface="Heebo" pitchFamily="2" charset="-79"/>
              </a:rPr>
              <a:t>Speaker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CC60AA-A75D-4662-A253-97944BC9812D}"/>
              </a:ext>
            </a:extLst>
          </p:cNvPr>
          <p:cNvSpPr/>
          <p:nvPr/>
        </p:nvSpPr>
        <p:spPr>
          <a:xfrm>
            <a:off x="399297" y="6170752"/>
            <a:ext cx="1636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Zen Antique" pitchFamily="2" charset="-128"/>
                <a:cs typeface="Heebo" pitchFamily="2" charset="-79"/>
              </a:rPr>
              <a:t>Jonathan Pake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7D16895-432B-4C2A-8120-C144A026879F}"/>
              </a:ext>
            </a:extLst>
          </p:cNvPr>
          <p:cNvSpPr/>
          <p:nvPr/>
        </p:nvSpPr>
        <p:spPr>
          <a:xfrm>
            <a:off x="10804669" y="6010079"/>
            <a:ext cx="88517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900" b="1" dirty="0" err="1">
                <a:solidFill>
                  <a:schemeClr val="bg1"/>
                </a:solidFill>
                <a:latin typeface="+mj-lt"/>
                <a:ea typeface="Zen Antique" pitchFamily="2" charset="-128"/>
                <a:cs typeface="Heebo" pitchFamily="2" charset="-79"/>
              </a:rPr>
              <a:t>BSides</a:t>
            </a:r>
            <a:r>
              <a:rPr lang="en-US" sz="900" b="1" dirty="0">
                <a:solidFill>
                  <a:schemeClr val="bg1"/>
                </a:solidFill>
                <a:latin typeface="+mj-lt"/>
                <a:ea typeface="Zen Antique" pitchFamily="2" charset="-128"/>
                <a:cs typeface="Heebo" pitchFamily="2" charset="-79"/>
              </a:rPr>
              <a:t> London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04B7544-9DF0-424A-9349-53FD67EDEDF5}"/>
              </a:ext>
            </a:extLst>
          </p:cNvPr>
          <p:cNvSpPr/>
          <p:nvPr/>
        </p:nvSpPr>
        <p:spPr>
          <a:xfrm>
            <a:off x="11019472" y="6148239"/>
            <a:ext cx="6848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ea typeface="Zen Antique" pitchFamily="2" charset="-128"/>
                <a:cs typeface="Heebo" pitchFamily="2" charset="-79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606573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9000" decel="91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25E-6 -4.07407E-6 L -0.06979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9000" decel="91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25E-6 -4.07407E-6 L -0.06979 -4.07407E-6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9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9000" decel="91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3.95833E-6 4.44444E-6 L 0.07421 4.44444E-6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1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9000" decel="91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1.04167E-6 3.7037E-7 L 0.0681 3.7037E-7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6" presetClass="emph" presetSubtype="0" decel="10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36" dur="2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decel="10000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38" dur="200" fill="hold"/>
                                        <p:tgtEl>
                                          <p:spTgt spid="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6" presetClass="emph" presetSubtype="0" decel="100000" fill="hold" grpId="2" nodeType="withEffect">
                                  <p:stCondLst>
                                    <p:cond delay="2250"/>
                                  </p:stCondLst>
                                  <p:childTnLst>
                                    <p:animScale>
                                      <p:cBhvr>
                                        <p:cTn id="47" dur="2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6" presetClass="emph" presetSubtype="0" decel="100000" fill="hold" grpId="3" nodeType="withEffect">
                                  <p:stCondLst>
                                    <p:cond delay="3250"/>
                                  </p:stCondLst>
                                  <p:childTnLst>
                                    <p:animScale>
                                      <p:cBhvr>
                                        <p:cTn id="49" dur="200" fill="hold"/>
                                        <p:tgtEl>
                                          <p:spTgt spid="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25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 animBg="1"/>
      <p:bldP spid="8" grpId="0"/>
      <p:bldP spid="8" grpId="1"/>
      <p:bldP spid="8" grpId="2"/>
      <p:bldP spid="8" grpId="3"/>
      <p:bldP spid="7" grpId="0"/>
      <p:bldP spid="7" grpId="1"/>
      <p:bldP spid="7" grpId="2"/>
      <p:bldP spid="7" grpId="3"/>
      <p:bldP spid="75" grpId="0"/>
      <p:bldP spid="75" grpId="1"/>
      <p:bldP spid="21" grpId="0"/>
      <p:bldP spid="21" grpId="1"/>
      <p:bldP spid="22" grpId="0"/>
      <p:bldP spid="22" grpId="1"/>
      <p:bldP spid="107" grpId="0"/>
      <p:bldP spid="107" grpId="1"/>
      <p:bldP spid="108" grpId="0"/>
      <p:bldP spid="10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295F5A-73C2-470D-A06C-3BA945AD9CF2}"/>
              </a:ext>
            </a:extLst>
          </p:cNvPr>
          <p:cNvSpPr/>
          <p:nvPr/>
        </p:nvSpPr>
        <p:spPr>
          <a:xfrm>
            <a:off x="1110712" y="1539813"/>
            <a:ext cx="9970576" cy="4402437"/>
          </a:xfrm>
          <a:prstGeom prst="roundRect">
            <a:avLst>
              <a:gd name="adj" fmla="val 2885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DFF6FF98-5C13-4AA0-ACC9-145195CC81C3}"/>
              </a:ext>
            </a:extLst>
          </p:cNvPr>
          <p:cNvSpPr/>
          <p:nvPr/>
        </p:nvSpPr>
        <p:spPr>
          <a:xfrm>
            <a:off x="1110712" y="5283512"/>
            <a:ext cx="9970576" cy="658739"/>
          </a:xfrm>
          <a:prstGeom prst="round2SameRect">
            <a:avLst>
              <a:gd name="adj1" fmla="val 0"/>
              <a:gd name="adj2" fmla="val 17351"/>
            </a:avLst>
          </a:prstGeom>
          <a:gradFill>
            <a:gsLst>
              <a:gs pos="49000">
                <a:schemeClr val="accent3"/>
              </a:gs>
              <a:gs pos="23000">
                <a:schemeClr val="accent2"/>
              </a:gs>
              <a:gs pos="0">
                <a:schemeClr val="accent1"/>
              </a:gs>
              <a:gs pos="97345">
                <a:schemeClr val="accent6"/>
              </a:gs>
              <a:gs pos="76000">
                <a:schemeClr val="accent4"/>
              </a:gs>
            </a:gsLst>
            <a:lin ang="3600000" scaled="0"/>
          </a:gradFill>
          <a:ln>
            <a:noFill/>
          </a:ln>
          <a:effectLst>
            <a:glow rad="127000">
              <a:schemeClr val="accent3">
                <a:alpha val="10000"/>
              </a:schemeClr>
            </a:glow>
            <a:outerShdw blurRad="330200" sx="102000" sy="102000" algn="ctr" rotWithShape="0">
              <a:prstClr val="black">
                <a:alpha val="57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360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0916DD-2222-4A63-A0F2-8783E5586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908426"/>
              </p:ext>
            </p:extLst>
          </p:nvPr>
        </p:nvGraphicFramePr>
        <p:xfrm>
          <a:off x="1917433" y="1741572"/>
          <a:ext cx="8357133" cy="3340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3702">
                  <a:extLst>
                    <a:ext uri="{9D8B030D-6E8A-4147-A177-3AD203B41FA5}">
                      <a16:colId xmlns:a16="http://schemas.microsoft.com/office/drawing/2014/main" val="750290249"/>
                    </a:ext>
                  </a:extLst>
                </a:gridCol>
                <a:gridCol w="2330850">
                  <a:extLst>
                    <a:ext uri="{9D8B030D-6E8A-4147-A177-3AD203B41FA5}">
                      <a16:colId xmlns:a16="http://schemas.microsoft.com/office/drawing/2014/main" val="3938482608"/>
                    </a:ext>
                  </a:extLst>
                </a:gridCol>
                <a:gridCol w="3042581">
                  <a:extLst>
                    <a:ext uri="{9D8B030D-6E8A-4147-A177-3AD203B41FA5}">
                      <a16:colId xmlns:a16="http://schemas.microsoft.com/office/drawing/2014/main" val="163574597"/>
                    </a:ext>
                  </a:extLst>
                </a:gridCol>
              </a:tblGrid>
              <a:tr h="556697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gradFill>
                          <a:gsLst>
                            <a:gs pos="49000">
                              <a:schemeClr val="accent3"/>
                            </a:gs>
                            <a:gs pos="23000">
                              <a:schemeClr val="accent2"/>
                            </a:gs>
                            <a:gs pos="0">
                              <a:schemeClr val="accent1"/>
                            </a:gs>
                            <a:gs pos="97345">
                              <a:schemeClr val="accent6"/>
                            </a:gs>
                            <a:gs pos="76000">
                              <a:schemeClr val="accent4"/>
                            </a:gs>
                          </a:gsLst>
                          <a:lin ang="3600000" scaled="0"/>
                        </a:gradFill>
                        <a:latin typeface="+mj-lt"/>
                        <a:ea typeface="Open Sans" panose="020B0606030504020204" pitchFamily="34" charset="0"/>
                        <a:cs typeface="Heebo Medium" panose="00000600000000000000" pitchFamily="2" charset="-79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accent1"/>
                        </a:solidFill>
                        <a:latin typeface="+mj-lt"/>
                        <a:ea typeface="Open Sans" panose="020B0606030504020204" pitchFamily="34" charset="0"/>
                        <a:cs typeface="Heebo Medium" panose="00000600000000000000" pitchFamily="2" charset="-79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4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+mj-lt"/>
                        <a:ea typeface="Open Sans" panose="020B0606030504020204" pitchFamily="34" charset="0"/>
                        <a:cs typeface="Heebo Medium" panose="00000600000000000000" pitchFamily="2" charset="-79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58207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C00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131751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671385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00B05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993805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00B05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45726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7639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E25EB9-92F5-4E63-AE1B-B32E78FE7223}"/>
              </a:ext>
            </a:extLst>
          </p:cNvPr>
          <p:cNvSpPr txBox="1"/>
          <p:nvPr/>
        </p:nvSpPr>
        <p:spPr>
          <a:xfrm>
            <a:off x="4505560" y="501561"/>
            <a:ext cx="31809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What is SAP?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21AB63-7489-4B74-A8C8-4C93E6815C0F}"/>
              </a:ext>
            </a:extLst>
          </p:cNvPr>
          <p:cNvCxnSpPr>
            <a:cxnSpLocks/>
          </p:cNvCxnSpPr>
          <p:nvPr/>
        </p:nvCxnSpPr>
        <p:spPr>
          <a:xfrm>
            <a:off x="1114425" y="2286000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862BE1F-14B8-7636-F135-E9E95CE15411}"/>
              </a:ext>
            </a:extLst>
          </p:cNvPr>
          <p:cNvCxnSpPr>
            <a:cxnSpLocks/>
          </p:cNvCxnSpPr>
          <p:nvPr/>
        </p:nvCxnSpPr>
        <p:spPr>
          <a:xfrm>
            <a:off x="1110712" y="2855844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A571D3-7C93-F2A4-5DEE-9D53EE6F9AD1}"/>
              </a:ext>
            </a:extLst>
          </p:cNvPr>
          <p:cNvCxnSpPr>
            <a:cxnSpLocks/>
          </p:cNvCxnSpPr>
          <p:nvPr/>
        </p:nvCxnSpPr>
        <p:spPr>
          <a:xfrm>
            <a:off x="1118138" y="3409122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B26C86-E451-4131-E39F-304E94AF476B}"/>
              </a:ext>
            </a:extLst>
          </p:cNvPr>
          <p:cNvCxnSpPr>
            <a:cxnSpLocks/>
          </p:cNvCxnSpPr>
          <p:nvPr/>
        </p:nvCxnSpPr>
        <p:spPr>
          <a:xfrm>
            <a:off x="1110712" y="4045227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F91EF7-3C62-7A1C-3360-D2D95DF4FAEE}"/>
              </a:ext>
            </a:extLst>
          </p:cNvPr>
          <p:cNvCxnSpPr>
            <a:cxnSpLocks/>
          </p:cNvCxnSpPr>
          <p:nvPr/>
        </p:nvCxnSpPr>
        <p:spPr>
          <a:xfrm>
            <a:off x="1110712" y="4694584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65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0FA46-D993-310F-7A95-A00B8C4A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63D5FD-4A01-8CA0-EF87-9874E44FADBC}"/>
              </a:ext>
            </a:extLst>
          </p:cNvPr>
          <p:cNvSpPr/>
          <p:nvPr/>
        </p:nvSpPr>
        <p:spPr>
          <a:xfrm>
            <a:off x="1100138" y="2746376"/>
            <a:ext cx="2119469" cy="1598175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25E243-D054-D7BD-93C2-B0CCEF509931}"/>
              </a:ext>
            </a:extLst>
          </p:cNvPr>
          <p:cNvSpPr/>
          <p:nvPr/>
        </p:nvSpPr>
        <p:spPr>
          <a:xfrm>
            <a:off x="3618197" y="2746376"/>
            <a:ext cx="2119465" cy="1598172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E07963-B6CC-B0F7-0402-EFD5A9715ABA}"/>
              </a:ext>
            </a:extLst>
          </p:cNvPr>
          <p:cNvSpPr/>
          <p:nvPr/>
        </p:nvSpPr>
        <p:spPr>
          <a:xfrm>
            <a:off x="6080222" y="2746376"/>
            <a:ext cx="2119461" cy="1598169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A58E02-0861-D3A5-2F5B-5A54192146F2}"/>
              </a:ext>
            </a:extLst>
          </p:cNvPr>
          <p:cNvSpPr/>
          <p:nvPr/>
        </p:nvSpPr>
        <p:spPr>
          <a:xfrm>
            <a:off x="1791852" y="2711273"/>
            <a:ext cx="1306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Heebo" pitchFamily="2" charset="-79"/>
              </a:rPr>
              <a:t>HR</a:t>
            </a:r>
            <a:endParaRPr lang="en-US" sz="4000" dirty="0">
              <a:solidFill>
                <a:schemeClr val="bg1"/>
              </a:solidFill>
              <a:latin typeface="+mj-lt"/>
              <a:ea typeface="Inter" panose="020B0502030000000004" pitchFamily="34" charset="0"/>
              <a:cs typeface="Heebo" pitchFamily="2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4D49EF-AE23-FFC0-93EC-24985BD11234}"/>
              </a:ext>
            </a:extLst>
          </p:cNvPr>
          <p:cNvSpPr/>
          <p:nvPr/>
        </p:nvSpPr>
        <p:spPr>
          <a:xfrm>
            <a:off x="3787914" y="2711280"/>
            <a:ext cx="1828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Heebo" pitchFamily="2" charset="-79"/>
              </a:rPr>
              <a:t>Accounting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9B30DD-35D2-B95B-7679-8371C0FAD3C6}"/>
              </a:ext>
            </a:extLst>
          </p:cNvPr>
          <p:cNvSpPr/>
          <p:nvPr/>
        </p:nvSpPr>
        <p:spPr>
          <a:xfrm>
            <a:off x="6096000" y="2739469"/>
            <a:ext cx="2458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Heebo" pitchFamily="2" charset="-79"/>
              </a:rPr>
              <a:t>Manufacturing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88FBF-A7D6-AB3E-4B77-30544E8282F2}"/>
              </a:ext>
            </a:extLst>
          </p:cNvPr>
          <p:cNvSpPr txBox="1"/>
          <p:nvPr/>
        </p:nvSpPr>
        <p:spPr>
          <a:xfrm>
            <a:off x="1705208" y="733852"/>
            <a:ext cx="87815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pc="-150" dirty="0">
                <a:solidFill>
                  <a:schemeClr val="bg1"/>
                </a:solidFill>
                <a:latin typeface="+mj-lt"/>
                <a:ea typeface="Zen Antique" pitchFamily="2" charset="-128"/>
                <a:cs typeface="Heebo" pitchFamily="2" charset="-79"/>
              </a:rPr>
              <a:t>SAP Modules (Flower Shop)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D0C7FF-1077-3C97-C659-169DFF1AF608}"/>
              </a:ext>
            </a:extLst>
          </p:cNvPr>
          <p:cNvCxnSpPr>
            <a:cxnSpLocks/>
          </p:cNvCxnSpPr>
          <p:nvPr/>
        </p:nvCxnSpPr>
        <p:spPr>
          <a:xfrm>
            <a:off x="2446875" y="1892300"/>
            <a:ext cx="7298250" cy="0"/>
          </a:xfrm>
          <a:prstGeom prst="line">
            <a:avLst/>
          </a:prstGeom>
          <a:ln w="57150" cap="rnd">
            <a:gradFill>
              <a:gsLst>
                <a:gs pos="37000">
                  <a:schemeClr val="accent3"/>
                </a:gs>
                <a:gs pos="0">
                  <a:schemeClr val="accent1"/>
                </a:gs>
                <a:gs pos="100000">
                  <a:schemeClr val="accent6"/>
                </a:gs>
                <a:gs pos="70000">
                  <a:schemeClr val="accent5"/>
                </a:gs>
              </a:gsLst>
              <a:lin ang="0" scaled="0"/>
            </a:gradFill>
          </a:ln>
          <a:effectLst>
            <a:glow rad="279400">
              <a:schemeClr val="tx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43384B-AD82-0E7A-4A33-8A4A190296F6}"/>
              </a:ext>
            </a:extLst>
          </p:cNvPr>
          <p:cNvSpPr/>
          <p:nvPr/>
        </p:nvSpPr>
        <p:spPr>
          <a:xfrm>
            <a:off x="8538847" y="2746376"/>
            <a:ext cx="2119461" cy="1598169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CD508F-4AB7-6D06-AC30-624FAD1F647B}"/>
              </a:ext>
            </a:extLst>
          </p:cNvPr>
          <p:cNvSpPr/>
          <p:nvPr/>
        </p:nvSpPr>
        <p:spPr>
          <a:xfrm>
            <a:off x="8683310" y="2746376"/>
            <a:ext cx="1716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Heebo" pitchFamily="2" charset="-79"/>
              </a:rPr>
              <a:t>Distribution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368FC7-4169-C0F0-4376-9F457A8D272E}"/>
              </a:ext>
            </a:extLst>
          </p:cNvPr>
          <p:cNvSpPr txBox="1"/>
          <p:nvPr/>
        </p:nvSpPr>
        <p:spPr>
          <a:xfrm>
            <a:off x="1100137" y="4509968"/>
            <a:ext cx="9380823" cy="623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Section about the different SAP modules (HR, benefits, accounting, manufacturing, distribution </a:t>
            </a:r>
            <a:r>
              <a:rPr lang="en-US" sz="1400" dirty="0" err="1">
                <a:solidFill>
                  <a:schemeClr val="bg1"/>
                </a:solidFill>
                <a:cs typeface="Space Grotesk" pitchFamily="2" charset="0"/>
              </a:rPr>
              <a:t>etc</a:t>
            </a: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… with the analogy of a small flower shop</a:t>
            </a:r>
          </a:p>
        </p:txBody>
      </p:sp>
    </p:spTree>
    <p:extLst>
      <p:ext uri="{BB962C8B-B14F-4D97-AF65-F5344CB8AC3E}">
        <p14:creationId xmlns:p14="http://schemas.microsoft.com/office/powerpoint/2010/main" val="3914885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6" grpId="0" animBg="1"/>
      <p:bldP spid="16" grpId="1" animBg="1"/>
      <p:bldP spid="17" grpId="0"/>
      <p:bldP spid="17" grpId="1"/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796FE-9466-CB41-4658-52B323891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D76F6C-02E3-02B3-9028-F4B4B7E4DC89}"/>
              </a:ext>
            </a:extLst>
          </p:cNvPr>
          <p:cNvSpPr/>
          <p:nvPr/>
        </p:nvSpPr>
        <p:spPr>
          <a:xfrm>
            <a:off x="6040438" y="806450"/>
            <a:ext cx="5338762" cy="5200650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02C5E-B5E2-AF57-18AE-80E35DCDBA00}"/>
              </a:ext>
            </a:extLst>
          </p:cNvPr>
          <p:cNvSpPr txBox="1"/>
          <p:nvPr/>
        </p:nvSpPr>
        <p:spPr>
          <a:xfrm>
            <a:off x="6477000" y="1525588"/>
            <a:ext cx="4455736" cy="623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Architecture diagram of SAP (S4/HANA, ERP, Fiori, </a:t>
            </a:r>
            <a:r>
              <a:rPr lang="en-US" sz="1400" dirty="0" err="1">
                <a:solidFill>
                  <a:schemeClr val="bg1"/>
                </a:solidFill>
                <a:cs typeface="Space Grotesk" pitchFamily="2" charset="0"/>
              </a:rPr>
              <a:t>etc</a:t>
            </a: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…)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5A7DDDF-50F3-E7B3-AF00-6F6C0C7C9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7" y="2764203"/>
            <a:ext cx="4553954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UA" sz="4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SAP Architecture</a:t>
            </a:r>
          </a:p>
        </p:txBody>
      </p:sp>
    </p:spTree>
    <p:extLst>
      <p:ext uri="{BB962C8B-B14F-4D97-AF65-F5344CB8AC3E}">
        <p14:creationId xmlns:p14="http://schemas.microsoft.com/office/powerpoint/2010/main" val="1568859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BBBD-0D84-7487-71D1-5F60DBE4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0D1FA3-B556-5DEB-7768-84E6A51CC1EB}"/>
              </a:ext>
            </a:extLst>
          </p:cNvPr>
          <p:cNvSpPr/>
          <p:nvPr/>
        </p:nvSpPr>
        <p:spPr>
          <a:xfrm>
            <a:off x="1110712" y="1836375"/>
            <a:ext cx="9970576" cy="4402437"/>
          </a:xfrm>
          <a:prstGeom prst="roundRect">
            <a:avLst>
              <a:gd name="adj" fmla="val 2885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7500DA4F-FE9B-69BC-E0E4-629A965F81CC}"/>
              </a:ext>
            </a:extLst>
          </p:cNvPr>
          <p:cNvSpPr/>
          <p:nvPr/>
        </p:nvSpPr>
        <p:spPr>
          <a:xfrm>
            <a:off x="1110712" y="5580074"/>
            <a:ext cx="9970576" cy="658739"/>
          </a:xfrm>
          <a:prstGeom prst="round2SameRect">
            <a:avLst>
              <a:gd name="adj1" fmla="val 0"/>
              <a:gd name="adj2" fmla="val 17351"/>
            </a:avLst>
          </a:prstGeom>
          <a:gradFill>
            <a:gsLst>
              <a:gs pos="49000">
                <a:schemeClr val="accent3"/>
              </a:gs>
              <a:gs pos="23000">
                <a:schemeClr val="accent2"/>
              </a:gs>
              <a:gs pos="0">
                <a:schemeClr val="accent1"/>
              </a:gs>
              <a:gs pos="97345">
                <a:schemeClr val="accent6"/>
              </a:gs>
              <a:gs pos="76000">
                <a:schemeClr val="accent4"/>
              </a:gs>
            </a:gsLst>
            <a:lin ang="3600000" scaled="0"/>
          </a:gradFill>
          <a:ln>
            <a:noFill/>
          </a:ln>
          <a:effectLst>
            <a:glow rad="127000">
              <a:schemeClr val="accent3">
                <a:alpha val="10000"/>
              </a:schemeClr>
            </a:glow>
            <a:outerShdw blurRad="330200" sx="102000" sy="102000" algn="ctr" rotWithShape="0">
              <a:prstClr val="black">
                <a:alpha val="57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360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39B3F-78A3-F63A-5087-68819BE7BEEA}"/>
              </a:ext>
            </a:extLst>
          </p:cNvPr>
          <p:cNvSpPr txBox="1"/>
          <p:nvPr/>
        </p:nvSpPr>
        <p:spPr>
          <a:xfrm>
            <a:off x="1600200" y="5754881"/>
            <a:ext cx="8991600" cy="312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chemeClr val="bg1"/>
                </a:solidFill>
                <a:latin typeface="+mj-lt"/>
                <a:ea typeface="Open Sans Light" panose="020B0306030504020204" pitchFamily="34" charset="0"/>
                <a:cs typeface="Open Sans Light" panose="020B0306030504020204" pitchFamily="34" charset="0"/>
              </a:rPr>
              <a:t>* List statistics about number of vulnerable SAP instances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7AA713-070B-71D4-48D5-C51317B4B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855050"/>
              </p:ext>
            </p:extLst>
          </p:nvPr>
        </p:nvGraphicFramePr>
        <p:xfrm>
          <a:off x="1103286" y="1771862"/>
          <a:ext cx="9747345" cy="3340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042">
                  <a:extLst>
                    <a:ext uri="{9D8B030D-6E8A-4147-A177-3AD203B41FA5}">
                      <a16:colId xmlns:a16="http://schemas.microsoft.com/office/drawing/2014/main" val="750290249"/>
                    </a:ext>
                  </a:extLst>
                </a:gridCol>
                <a:gridCol w="2718588">
                  <a:extLst>
                    <a:ext uri="{9D8B030D-6E8A-4147-A177-3AD203B41FA5}">
                      <a16:colId xmlns:a16="http://schemas.microsoft.com/office/drawing/2014/main" val="3938482608"/>
                    </a:ext>
                  </a:extLst>
                </a:gridCol>
                <a:gridCol w="3548715">
                  <a:extLst>
                    <a:ext uri="{9D8B030D-6E8A-4147-A177-3AD203B41FA5}">
                      <a16:colId xmlns:a16="http://schemas.microsoft.com/office/drawing/2014/main" val="163574597"/>
                    </a:ext>
                  </a:extLst>
                </a:gridCol>
              </a:tblGrid>
              <a:tr h="556697">
                <a:tc>
                  <a:txBody>
                    <a:bodyPr/>
                    <a:lstStyle/>
                    <a:p>
                      <a:pPr algn="ctr"/>
                      <a:endParaRPr lang="en-US" sz="1400" b="0" dirty="0">
                        <a:gradFill>
                          <a:gsLst>
                            <a:gs pos="49000">
                              <a:schemeClr val="accent3"/>
                            </a:gs>
                            <a:gs pos="23000">
                              <a:schemeClr val="accent2"/>
                            </a:gs>
                            <a:gs pos="0">
                              <a:schemeClr val="accent1"/>
                            </a:gs>
                            <a:gs pos="97345">
                              <a:schemeClr val="accent6"/>
                            </a:gs>
                            <a:gs pos="76000">
                              <a:schemeClr val="accent4"/>
                            </a:gs>
                          </a:gsLst>
                          <a:lin ang="3600000" scaled="0"/>
                        </a:gradFill>
                        <a:latin typeface="+mj-lt"/>
                        <a:ea typeface="Open Sans" panose="020B0606030504020204" pitchFamily="34" charset="0"/>
                        <a:cs typeface="Heebo Medium" panose="00000600000000000000" pitchFamily="2" charset="-79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4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accent1"/>
                        </a:solidFill>
                        <a:latin typeface="+mj-lt"/>
                        <a:ea typeface="Open Sans" panose="020B0606030504020204" pitchFamily="34" charset="0"/>
                        <a:cs typeface="Heebo Medium" panose="00000600000000000000" pitchFamily="2" charset="-79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41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uLnTx/>
                        <a:uFillTx/>
                        <a:latin typeface="+mj-lt"/>
                        <a:ea typeface="Open Sans" panose="020B0606030504020204" pitchFamily="34" charset="0"/>
                        <a:cs typeface="Heebo Medium" panose="00000600000000000000" pitchFamily="2" charset="-79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21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558207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C00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131751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Open Sans" panose="020B0606030504020204" pitchFamily="34" charset="0"/>
                          <a:cs typeface="Poppins" panose="00000500000000000000" pitchFamily="2" charset="0"/>
                        </a:rPr>
                        <a:t>List some high/critical SAP vulnerabilities (e.g. SAP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Open Sans" panose="020B0606030504020204" pitchFamily="34" charset="0"/>
                          <a:cs typeface="Poppins" panose="00000500000000000000" pitchFamily="2" charset="0"/>
                        </a:rPr>
                        <a:t>Netweaver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Open Sans" panose="020B0606030504020204" pitchFamily="34" charset="0"/>
                          <a:cs typeface="Poppins" panose="00000500000000000000" pitchFamily="2" charset="0"/>
                        </a:rPr>
                        <a:t> RCE from March 2025)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FF000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671385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00B05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993805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rgbClr val="00B050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45726"/>
                  </a:ext>
                </a:extLst>
              </a:tr>
              <a:tr h="556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ea typeface="Open Sans" panose="020B0606030504020204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7639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6949AF-686B-AA59-F792-0F2C524385ED}"/>
              </a:ext>
            </a:extLst>
          </p:cNvPr>
          <p:cNvSpPr txBox="1"/>
          <p:nvPr/>
        </p:nvSpPr>
        <p:spPr>
          <a:xfrm>
            <a:off x="2793459" y="501561"/>
            <a:ext cx="66051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Why do we care about SAP?</a:t>
            </a:r>
            <a:endParaRPr lang="en-ID" sz="4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C2424A-1699-5C8F-4DEF-BC5E82E88C20}"/>
              </a:ext>
            </a:extLst>
          </p:cNvPr>
          <p:cNvCxnSpPr>
            <a:cxnSpLocks/>
          </p:cNvCxnSpPr>
          <p:nvPr/>
        </p:nvCxnSpPr>
        <p:spPr>
          <a:xfrm>
            <a:off x="1114425" y="2582562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E6F584D-F997-4EF8-E2DA-C0FA309EDFB0}"/>
              </a:ext>
            </a:extLst>
          </p:cNvPr>
          <p:cNvCxnSpPr>
            <a:cxnSpLocks/>
          </p:cNvCxnSpPr>
          <p:nvPr/>
        </p:nvCxnSpPr>
        <p:spPr>
          <a:xfrm>
            <a:off x="1110712" y="2855844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231325-D815-0DFC-5B18-C2467BA37797}"/>
              </a:ext>
            </a:extLst>
          </p:cNvPr>
          <p:cNvCxnSpPr>
            <a:cxnSpLocks/>
          </p:cNvCxnSpPr>
          <p:nvPr/>
        </p:nvCxnSpPr>
        <p:spPr>
          <a:xfrm>
            <a:off x="1118138" y="3409122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830A59-D1EF-41C8-0EA0-529B915F77B9}"/>
              </a:ext>
            </a:extLst>
          </p:cNvPr>
          <p:cNvCxnSpPr>
            <a:cxnSpLocks/>
          </p:cNvCxnSpPr>
          <p:nvPr/>
        </p:nvCxnSpPr>
        <p:spPr>
          <a:xfrm>
            <a:off x="1110712" y="4045227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D03D98-1C65-1FBE-E1BB-71CFE469F7BE}"/>
              </a:ext>
            </a:extLst>
          </p:cNvPr>
          <p:cNvCxnSpPr>
            <a:cxnSpLocks/>
          </p:cNvCxnSpPr>
          <p:nvPr/>
        </p:nvCxnSpPr>
        <p:spPr>
          <a:xfrm>
            <a:off x="1110712" y="4694584"/>
            <a:ext cx="9963150" cy="0"/>
          </a:xfrm>
          <a:prstGeom prst="line">
            <a:avLst/>
          </a:prstGeom>
          <a:ln w="12700">
            <a:solidFill>
              <a:schemeClr val="bg1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98D4A1-312A-B6E9-0252-19344FC7A6F5}"/>
              </a:ext>
            </a:extLst>
          </p:cNvPr>
          <p:cNvSpPr txBox="1"/>
          <p:nvPr/>
        </p:nvSpPr>
        <p:spPr>
          <a:xfrm>
            <a:off x="2134236" y="1204797"/>
            <a:ext cx="7930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+mj-lt"/>
              </a:rPr>
              <a:t>List some real-world attacks and examples of SAP compromise</a:t>
            </a:r>
            <a:endParaRPr lang="en-ID" sz="2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4818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/>
      <p:bldP spid="5" grpId="1"/>
      <p:bldP spid="7" grpId="0"/>
      <p:bldP spid="7" grpId="1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6E8E-3CB1-E4B5-8932-87D06BF8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1170DE-9E8F-8B39-81A9-4DCC4371D690}"/>
              </a:ext>
            </a:extLst>
          </p:cNvPr>
          <p:cNvCxnSpPr>
            <a:cxnSpLocks/>
          </p:cNvCxnSpPr>
          <p:nvPr/>
        </p:nvCxnSpPr>
        <p:spPr>
          <a:xfrm>
            <a:off x="1162050" y="5033475"/>
            <a:ext cx="10515600" cy="0"/>
          </a:xfrm>
          <a:prstGeom prst="line">
            <a:avLst/>
          </a:prstGeom>
          <a:ln w="38100" cap="rnd">
            <a:gradFill>
              <a:gsLst>
                <a:gs pos="37000">
                  <a:schemeClr val="accent3"/>
                </a:gs>
                <a:gs pos="0">
                  <a:schemeClr val="accent1"/>
                </a:gs>
                <a:gs pos="100000">
                  <a:schemeClr val="accent6"/>
                </a:gs>
                <a:gs pos="70000">
                  <a:schemeClr val="accent5"/>
                </a:gs>
              </a:gsLst>
              <a:lin ang="0" scaled="0"/>
            </a:gradFill>
          </a:ln>
          <a:effectLst>
            <a:glow rad="279400">
              <a:schemeClr val="tx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26D54B3-AB56-28C8-E7FB-35F02E8DE836}"/>
              </a:ext>
            </a:extLst>
          </p:cNvPr>
          <p:cNvSpPr txBox="1"/>
          <p:nvPr/>
        </p:nvSpPr>
        <p:spPr>
          <a:xfrm>
            <a:off x="1168400" y="551252"/>
            <a:ext cx="6536414" cy="665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3200" b="1" dirty="0">
                <a:solidFill>
                  <a:schemeClr val="bg1"/>
                </a:solidFill>
                <a:cs typeface="Space Grotesk" pitchFamily="2" charset="0"/>
              </a:rPr>
              <a:t>Real-World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2E005-D801-54C0-4EF2-5776CF6D6452}"/>
              </a:ext>
            </a:extLst>
          </p:cNvPr>
          <p:cNvSpPr txBox="1"/>
          <p:nvPr/>
        </p:nvSpPr>
        <p:spPr>
          <a:xfrm>
            <a:off x="1269762" y="1421978"/>
            <a:ext cx="6663275" cy="1558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cs typeface="Space Grotesk" pitchFamily="2" charset="0"/>
              </a:rPr>
              <a:t>Jaguar Land Rover (September 2025)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cs typeface="Space Grotesk" pitchFamily="2" charset="0"/>
              </a:rPr>
              <a:t>Stoli</a:t>
            </a:r>
            <a:r>
              <a:rPr lang="en-US" sz="2000" dirty="0">
                <a:solidFill>
                  <a:schemeClr val="bg1"/>
                </a:solidFill>
                <a:cs typeface="Space Grotesk" pitchFamily="2" charset="0"/>
              </a:rPr>
              <a:t> Bankruptcy (January 2025)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cs typeface="Space Grotesk" pitchFamily="2" charset="0"/>
              </a:rPr>
              <a:t>Disturbing trend of high-profile SAP attacks on the rise</a:t>
            </a:r>
          </a:p>
        </p:txBody>
      </p:sp>
    </p:spTree>
    <p:extLst>
      <p:ext uri="{BB962C8B-B14F-4D97-AF65-F5344CB8AC3E}">
        <p14:creationId xmlns:p14="http://schemas.microsoft.com/office/powerpoint/2010/main" val="199790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ircle: Hollow 2">
            <a:extLst>
              <a:ext uri="{FF2B5EF4-FFF2-40B4-BE49-F238E27FC236}">
                <a16:creationId xmlns:a16="http://schemas.microsoft.com/office/drawing/2014/main" id="{5B00CC81-56ED-4DF2-9DE8-4EC16813664D}"/>
              </a:ext>
            </a:extLst>
          </p:cNvPr>
          <p:cNvSpPr/>
          <p:nvPr/>
        </p:nvSpPr>
        <p:spPr>
          <a:xfrm>
            <a:off x="-4826000" y="-4400550"/>
            <a:ext cx="7764843" cy="7829550"/>
          </a:xfrm>
          <a:prstGeom prst="donut">
            <a:avLst>
              <a:gd name="adj" fmla="val 10815"/>
            </a:avLst>
          </a:prstGeom>
          <a:gradFill flip="none" rotWithShape="1">
            <a:gsLst>
              <a:gs pos="73000">
                <a:schemeClr val="accent1">
                  <a:alpha val="62000"/>
                </a:schemeClr>
              </a:gs>
              <a:gs pos="53000">
                <a:schemeClr val="accent3"/>
              </a:gs>
              <a:gs pos="66000">
                <a:schemeClr val="accent2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gradFill>
              <a:gsLst>
                <a:gs pos="0">
                  <a:schemeClr val="accent1">
                    <a:alpha val="35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3000000" scaled="0"/>
            </a:gradFill>
          </a:ln>
          <a:effectLst>
            <a:glow rad="190500">
              <a:schemeClr val="accent3">
                <a:alpha val="10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2F1E9-6ED0-4745-937A-7D0FC9330A5A}"/>
              </a:ext>
            </a:extLst>
          </p:cNvPr>
          <p:cNvSpPr txBox="1"/>
          <p:nvPr/>
        </p:nvSpPr>
        <p:spPr>
          <a:xfrm>
            <a:off x="1472730" y="2541368"/>
            <a:ext cx="95418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 b="0" spc="-150">
                <a:gradFill>
                  <a:gsLst>
                    <a:gs pos="85000">
                      <a:schemeClr val="accent5"/>
                    </a:gs>
                    <a:gs pos="66395">
                      <a:schemeClr val="accent4"/>
                    </a:gs>
                    <a:gs pos="45000">
                      <a:schemeClr val="accent3"/>
                    </a:gs>
                    <a:gs pos="23000">
                      <a:schemeClr val="accent2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3000000" scaled="0"/>
                </a:gradFill>
                <a:effectLst>
                  <a:outerShdw blurRad="304800" dist="76200" dir="5400000" algn="ctr" rotWithShape="0">
                    <a:schemeClr val="tx1">
                      <a:alpha val="60000"/>
                    </a:schemeClr>
                  </a:outerShdw>
                </a:effectLst>
                <a:latin typeface="+mj-lt"/>
                <a:ea typeface="Zen Antique" pitchFamily="2" charset="-128"/>
                <a:cs typeface="Heebo" pitchFamily="2" charset="-79"/>
              </a:defRPr>
            </a:lvl1pPr>
          </a:lstStyle>
          <a:p>
            <a:r>
              <a:rPr lang="en-US" dirty="0"/>
              <a:t>SAP Attacks</a:t>
            </a:r>
          </a:p>
        </p:txBody>
      </p:sp>
      <p:sp>
        <p:nvSpPr>
          <p:cNvPr id="4" name="Circle: Hollow 3">
            <a:extLst>
              <a:ext uri="{FF2B5EF4-FFF2-40B4-BE49-F238E27FC236}">
                <a16:creationId xmlns:a16="http://schemas.microsoft.com/office/drawing/2014/main" id="{E836FB50-9717-49EF-A96A-005EDE94B79C}"/>
              </a:ext>
            </a:extLst>
          </p:cNvPr>
          <p:cNvSpPr/>
          <p:nvPr/>
        </p:nvSpPr>
        <p:spPr>
          <a:xfrm>
            <a:off x="8718550" y="4048125"/>
            <a:ext cx="7764843" cy="7829550"/>
          </a:xfrm>
          <a:prstGeom prst="donut">
            <a:avLst>
              <a:gd name="adj" fmla="val 9613"/>
            </a:avLst>
          </a:prstGeom>
          <a:gradFill flip="none" rotWithShape="1">
            <a:gsLst>
              <a:gs pos="74000">
                <a:schemeClr val="accent3">
                  <a:alpha val="62000"/>
                </a:schemeClr>
              </a:gs>
              <a:gs pos="54000">
                <a:schemeClr val="accent4"/>
              </a:gs>
              <a:gs pos="66000">
                <a:schemeClr val="accent2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gradFill>
              <a:gsLst>
                <a:gs pos="0">
                  <a:schemeClr val="accent2">
                    <a:alpha val="3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3000000" scaled="0"/>
            </a:gradFill>
          </a:ln>
          <a:effectLst>
            <a:glow rad="190500">
              <a:schemeClr val="accent1">
                <a:alpha val="10000"/>
              </a:schemeClr>
            </a:glow>
            <a:outerShdw blurRad="749300" sx="102000" sy="102000" algn="ctr" rotWithShape="0">
              <a:prstClr val="black"/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FF37C1-FAAE-40A5-BF93-EF8FABEFD951}"/>
              </a:ext>
            </a:extLst>
          </p:cNvPr>
          <p:cNvSpPr/>
          <p:nvPr/>
        </p:nvSpPr>
        <p:spPr>
          <a:xfrm>
            <a:off x="5948347" y="5181600"/>
            <a:ext cx="295306" cy="29530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406400" dist="38100" dir="2700000" algn="tl" rotWithShape="0">
              <a:prstClr val="black">
                <a:alpha val="5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1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" presetClass="emph" presetSubtype="0" decel="10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0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decel="10000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2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8" presetClass="emph" presetSubtype="0" repeatCount="indefinite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" presetClass="emph" presetSubtype="0" decel="10000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3" dur="200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decel="100000" fill="hold" grpId="4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35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3" presetClass="entr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6" presetClass="emph" presetSubtype="0" decel="10000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6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6" presetClass="emph" presetSubtype="0" decel="100000" fill="hold" grpId="4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48" dur="750" fill="hold"/>
                                        <p:tgtEl>
                                          <p:spTgt spid="4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" grpId="4" animBg="1"/>
      <p:bldP spid="6" grpId="0"/>
      <p:bldP spid="6" grpId="1"/>
      <p:bldP spid="6" grpId="2"/>
      <p:bldP spid="6" grpId="3"/>
      <p:bldP spid="4" grpId="0" animBg="1"/>
      <p:bldP spid="4" grpId="1" animBg="1"/>
      <p:bldP spid="4" grpId="2" animBg="1"/>
      <p:bldP spid="4" grpId="3" animBg="1"/>
      <p:bldP spid="4" grpId="4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F3DB1-63B0-7089-544A-7604DA68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04D43E-3F46-119C-7B3B-F702CCDE0A8E}"/>
              </a:ext>
            </a:extLst>
          </p:cNvPr>
          <p:cNvSpPr/>
          <p:nvPr/>
        </p:nvSpPr>
        <p:spPr>
          <a:xfrm>
            <a:off x="6040438" y="806449"/>
            <a:ext cx="5338762" cy="5538691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64B62-5523-1DFE-C3F5-026456514B07}"/>
              </a:ext>
            </a:extLst>
          </p:cNvPr>
          <p:cNvSpPr txBox="1"/>
          <p:nvPr/>
        </p:nvSpPr>
        <p:spPr>
          <a:xfrm>
            <a:off x="6477000" y="1525588"/>
            <a:ext cx="4455736" cy="1210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ICM/ICF – 80, 443, 8XXX, 5NN00 ports.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SICF </a:t>
            </a:r>
            <a:r>
              <a:rPr lang="en-US" sz="1400" dirty="0" err="1">
                <a:solidFill>
                  <a:schemeClr val="bg1"/>
                </a:solidFill>
                <a:cs typeface="Space Grotesk" pitchFamily="2" charset="0"/>
              </a:rPr>
              <a:t>Tcode</a:t>
            </a:r>
            <a:endParaRPr lang="en-US" sz="1400" dirty="0">
              <a:solidFill>
                <a:schemeClr val="bg1"/>
              </a:solidFill>
              <a:cs typeface="Space Grotesk" pitchFamily="2" charset="0"/>
            </a:endParaRP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http:/SAP:50000/sap/public/info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59D4610-A00A-0624-BF32-7A55F98D2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6" y="2764203"/>
            <a:ext cx="4565549" cy="132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UA" sz="4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SAP ICM/ICF Pages</a:t>
            </a:r>
            <a:endParaRPr lang="en-US" altLang="ru-UA" sz="4800" dirty="0">
              <a:solidFill>
                <a:schemeClr val="bg1"/>
              </a:solidFill>
              <a:latin typeface="+mj-lt"/>
              <a:ea typeface="Inter" panose="020B050203000000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0E02B9-15DD-C126-A1EB-839710E3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245" y="2823657"/>
            <a:ext cx="4102491" cy="343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5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9B7F0D82-778B-4149-B37E-97EFFE51B4BB}"/>
              </a:ext>
            </a:extLst>
          </p:cNvPr>
          <p:cNvGrpSpPr/>
          <p:nvPr/>
        </p:nvGrpSpPr>
        <p:grpSpPr>
          <a:xfrm>
            <a:off x="1322895" y="2270039"/>
            <a:ext cx="9546210" cy="3557052"/>
            <a:chOff x="1322895" y="2429065"/>
            <a:chExt cx="9546210" cy="3557052"/>
          </a:xfrm>
        </p:grpSpPr>
        <p:sp>
          <p:nvSpPr>
            <p:cNvPr id="4" name="Freeform 13">
              <a:extLst>
                <a:ext uri="{FF2B5EF4-FFF2-40B4-BE49-F238E27FC236}">
                  <a16:creationId xmlns:a16="http://schemas.microsoft.com/office/drawing/2014/main" id="{F39B8B44-5011-4F14-AD9D-81A9E6FF38B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08413" y="2429065"/>
              <a:ext cx="3163932" cy="1778526"/>
            </a:xfrm>
            <a:custGeom>
              <a:avLst/>
              <a:gdLst>
                <a:gd name="T0" fmla="*/ 325 w 16032"/>
                <a:gd name="T1" fmla="*/ 855 h 9012"/>
                <a:gd name="T2" fmla="*/ 308 w 16032"/>
                <a:gd name="T3" fmla="*/ 1811 h 9012"/>
                <a:gd name="T4" fmla="*/ 299 w 16032"/>
                <a:gd name="T5" fmla="*/ 3169 h 9012"/>
                <a:gd name="T6" fmla="*/ 358 w 16032"/>
                <a:gd name="T7" fmla="*/ 3814 h 9012"/>
                <a:gd name="T8" fmla="*/ 513 w 16032"/>
                <a:gd name="T9" fmla="*/ 4294 h 9012"/>
                <a:gd name="T10" fmla="*/ 807 w 16032"/>
                <a:gd name="T11" fmla="*/ 4678 h 9012"/>
                <a:gd name="T12" fmla="*/ 1283 w 16032"/>
                <a:gd name="T13" fmla="*/ 5047 h 9012"/>
                <a:gd name="T14" fmla="*/ 2167 w 16032"/>
                <a:gd name="T15" fmla="*/ 5572 h 9012"/>
                <a:gd name="T16" fmla="*/ 3205 w 16032"/>
                <a:gd name="T17" fmla="*/ 6153 h 9012"/>
                <a:gd name="T18" fmla="*/ 4173 w 16032"/>
                <a:gd name="T19" fmla="*/ 6709 h 9012"/>
                <a:gd name="T20" fmla="*/ 5124 w 16032"/>
                <a:gd name="T21" fmla="*/ 7275 h 9012"/>
                <a:gd name="T22" fmla="*/ 6146 w 16032"/>
                <a:gd name="T23" fmla="*/ 7902 h 9012"/>
                <a:gd name="T24" fmla="*/ 7037 w 16032"/>
                <a:gd name="T25" fmla="*/ 8415 h 9012"/>
                <a:gd name="T26" fmla="*/ 7591 w 16032"/>
                <a:gd name="T27" fmla="*/ 8647 h 9012"/>
                <a:gd name="T28" fmla="*/ 8067 w 16032"/>
                <a:gd name="T29" fmla="*/ 8712 h 9012"/>
                <a:gd name="T30" fmla="*/ 8554 w 16032"/>
                <a:gd name="T31" fmla="*/ 8610 h 9012"/>
                <a:gd name="T32" fmla="*/ 9136 w 16032"/>
                <a:gd name="T33" fmla="*/ 8340 h 9012"/>
                <a:gd name="T34" fmla="*/ 10292 w 16032"/>
                <a:gd name="T35" fmla="*/ 7653 h 9012"/>
                <a:gd name="T36" fmla="*/ 11103 w 16032"/>
                <a:gd name="T37" fmla="*/ 7158 h 9012"/>
                <a:gd name="T38" fmla="*/ 12092 w 16032"/>
                <a:gd name="T39" fmla="*/ 6573 h 9012"/>
                <a:gd name="T40" fmla="*/ 13015 w 16032"/>
                <a:gd name="T41" fmla="*/ 6047 h 9012"/>
                <a:gd name="T42" fmla="*/ 14228 w 16032"/>
                <a:gd name="T43" fmla="*/ 5365 h 9012"/>
                <a:gd name="T44" fmla="*/ 14873 w 16032"/>
                <a:gd name="T45" fmla="*/ 4963 h 9012"/>
                <a:gd name="T46" fmla="*/ 15305 w 16032"/>
                <a:gd name="T47" fmla="*/ 4595 h 9012"/>
                <a:gd name="T48" fmla="*/ 15563 w 16032"/>
                <a:gd name="T49" fmla="*/ 4198 h 9012"/>
                <a:gd name="T50" fmla="*/ 15694 w 16032"/>
                <a:gd name="T51" fmla="*/ 3688 h 9012"/>
                <a:gd name="T52" fmla="*/ 15737 w 16032"/>
                <a:gd name="T53" fmla="*/ 2996 h 9012"/>
                <a:gd name="T54" fmla="*/ 15720 w 16032"/>
                <a:gd name="T55" fmla="*/ 1613 h 9012"/>
                <a:gd name="T56" fmla="*/ 15704 w 16032"/>
                <a:gd name="T57" fmla="*/ 621 h 9012"/>
                <a:gd name="T58" fmla="*/ 15996 w 16032"/>
                <a:gd name="T59" fmla="*/ 397 h 9012"/>
                <a:gd name="T60" fmla="*/ 16010 w 16032"/>
                <a:gd name="T61" fmla="*/ 1419 h 9012"/>
                <a:gd name="T62" fmla="*/ 16032 w 16032"/>
                <a:gd name="T63" fmla="*/ 2847 h 9012"/>
                <a:gd name="T64" fmla="*/ 15997 w 16032"/>
                <a:gd name="T65" fmla="*/ 3626 h 9012"/>
                <a:gd name="T66" fmla="*/ 15872 w 16032"/>
                <a:gd name="T67" fmla="*/ 4215 h 9012"/>
                <a:gd name="T68" fmla="*/ 15615 w 16032"/>
                <a:gd name="T69" fmla="*/ 4686 h 9012"/>
                <a:gd name="T70" fmla="*/ 15194 w 16032"/>
                <a:gd name="T71" fmla="*/ 5093 h 9012"/>
                <a:gd name="T72" fmla="*/ 14572 w 16032"/>
                <a:gd name="T73" fmla="*/ 5507 h 9012"/>
                <a:gd name="T74" fmla="*/ 13329 w 16032"/>
                <a:gd name="T75" fmla="*/ 6211 h 9012"/>
                <a:gd name="T76" fmla="*/ 12444 w 16032"/>
                <a:gd name="T77" fmla="*/ 6711 h 9012"/>
                <a:gd name="T78" fmla="*/ 11455 w 16032"/>
                <a:gd name="T79" fmla="*/ 7292 h 9012"/>
                <a:gd name="T80" fmla="*/ 10608 w 16032"/>
                <a:gd name="T81" fmla="*/ 7806 h 9012"/>
                <a:gd name="T82" fmla="*/ 9393 w 16032"/>
                <a:gd name="T83" fmla="*/ 8536 h 9012"/>
                <a:gd name="T84" fmla="*/ 8743 w 16032"/>
                <a:gd name="T85" fmla="*/ 8857 h 9012"/>
                <a:gd name="T86" fmla="*/ 8192 w 16032"/>
                <a:gd name="T87" fmla="*/ 9002 h 9012"/>
                <a:gd name="T88" fmla="*/ 7662 w 16032"/>
                <a:gd name="T89" fmla="*/ 8973 h 9012"/>
                <a:gd name="T90" fmla="*/ 7087 w 16032"/>
                <a:gd name="T91" fmla="*/ 8769 h 9012"/>
                <a:gd name="T92" fmla="*/ 6386 w 16032"/>
                <a:gd name="T93" fmla="*/ 8390 h 9012"/>
                <a:gd name="T94" fmla="*/ 5160 w 16032"/>
                <a:gd name="T95" fmla="*/ 7644 h 9012"/>
                <a:gd name="T96" fmla="*/ 4254 w 16032"/>
                <a:gd name="T97" fmla="*/ 7100 h 9012"/>
                <a:gd name="T98" fmla="*/ 3277 w 16032"/>
                <a:gd name="T99" fmla="*/ 6534 h 9012"/>
                <a:gd name="T100" fmla="*/ 2442 w 16032"/>
                <a:gd name="T101" fmla="*/ 6066 h 9012"/>
                <a:gd name="T102" fmla="*/ 1227 w 16032"/>
                <a:gd name="T103" fmla="*/ 5364 h 9012"/>
                <a:gd name="T104" fmla="*/ 676 w 16032"/>
                <a:gd name="T105" fmla="*/ 4960 h 9012"/>
                <a:gd name="T106" fmla="*/ 315 w 16032"/>
                <a:gd name="T107" fmla="*/ 4538 h 9012"/>
                <a:gd name="T108" fmla="*/ 105 w 16032"/>
                <a:gd name="T109" fmla="*/ 4035 h 9012"/>
                <a:gd name="T110" fmla="*/ 15 w 16032"/>
                <a:gd name="T111" fmla="*/ 3391 h 9012"/>
                <a:gd name="T112" fmla="*/ 5 w 16032"/>
                <a:gd name="T113" fmla="*/ 2305 h 9012"/>
                <a:gd name="T114" fmla="*/ 28 w 16032"/>
                <a:gd name="T115" fmla="*/ 1104 h 9012"/>
                <a:gd name="T116" fmla="*/ 37 w 16032"/>
                <a:gd name="T117" fmla="*/ 0 h 9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032" h="9012">
                  <a:moveTo>
                    <a:pt x="37" y="0"/>
                  </a:moveTo>
                  <a:lnTo>
                    <a:pt x="332" y="0"/>
                  </a:lnTo>
                  <a:lnTo>
                    <a:pt x="332" y="128"/>
                  </a:lnTo>
                  <a:lnTo>
                    <a:pt x="331" y="254"/>
                  </a:lnTo>
                  <a:lnTo>
                    <a:pt x="330" y="378"/>
                  </a:lnTo>
                  <a:lnTo>
                    <a:pt x="329" y="500"/>
                  </a:lnTo>
                  <a:lnTo>
                    <a:pt x="328" y="621"/>
                  </a:lnTo>
                  <a:lnTo>
                    <a:pt x="327" y="738"/>
                  </a:lnTo>
                  <a:lnTo>
                    <a:pt x="325" y="855"/>
                  </a:lnTo>
                  <a:lnTo>
                    <a:pt x="324" y="970"/>
                  </a:lnTo>
                  <a:lnTo>
                    <a:pt x="322" y="1082"/>
                  </a:lnTo>
                  <a:lnTo>
                    <a:pt x="320" y="1192"/>
                  </a:lnTo>
                  <a:lnTo>
                    <a:pt x="318" y="1301"/>
                  </a:lnTo>
                  <a:lnTo>
                    <a:pt x="316" y="1407"/>
                  </a:lnTo>
                  <a:lnTo>
                    <a:pt x="314" y="1511"/>
                  </a:lnTo>
                  <a:lnTo>
                    <a:pt x="312" y="1613"/>
                  </a:lnTo>
                  <a:lnTo>
                    <a:pt x="310" y="1713"/>
                  </a:lnTo>
                  <a:lnTo>
                    <a:pt x="308" y="1811"/>
                  </a:lnTo>
                  <a:lnTo>
                    <a:pt x="303" y="2059"/>
                  </a:lnTo>
                  <a:lnTo>
                    <a:pt x="298" y="2292"/>
                  </a:lnTo>
                  <a:lnTo>
                    <a:pt x="295" y="2509"/>
                  </a:lnTo>
                  <a:lnTo>
                    <a:pt x="294" y="2715"/>
                  </a:lnTo>
                  <a:lnTo>
                    <a:pt x="293" y="2811"/>
                  </a:lnTo>
                  <a:lnTo>
                    <a:pt x="294" y="2905"/>
                  </a:lnTo>
                  <a:lnTo>
                    <a:pt x="295" y="2996"/>
                  </a:lnTo>
                  <a:lnTo>
                    <a:pt x="296" y="3084"/>
                  </a:lnTo>
                  <a:lnTo>
                    <a:pt x="299" y="3169"/>
                  </a:lnTo>
                  <a:lnTo>
                    <a:pt x="302" y="3251"/>
                  </a:lnTo>
                  <a:lnTo>
                    <a:pt x="305" y="3330"/>
                  </a:lnTo>
                  <a:lnTo>
                    <a:pt x="310" y="3407"/>
                  </a:lnTo>
                  <a:lnTo>
                    <a:pt x="316" y="3480"/>
                  </a:lnTo>
                  <a:lnTo>
                    <a:pt x="322" y="3552"/>
                  </a:lnTo>
                  <a:lnTo>
                    <a:pt x="329" y="3621"/>
                  </a:lnTo>
                  <a:lnTo>
                    <a:pt x="338" y="3688"/>
                  </a:lnTo>
                  <a:lnTo>
                    <a:pt x="347" y="3752"/>
                  </a:lnTo>
                  <a:lnTo>
                    <a:pt x="358" y="3814"/>
                  </a:lnTo>
                  <a:lnTo>
                    <a:pt x="370" y="3875"/>
                  </a:lnTo>
                  <a:lnTo>
                    <a:pt x="383" y="3933"/>
                  </a:lnTo>
                  <a:lnTo>
                    <a:pt x="397" y="3990"/>
                  </a:lnTo>
                  <a:lnTo>
                    <a:pt x="413" y="4044"/>
                  </a:lnTo>
                  <a:lnTo>
                    <a:pt x="430" y="4097"/>
                  </a:lnTo>
                  <a:lnTo>
                    <a:pt x="449" y="4149"/>
                  </a:lnTo>
                  <a:lnTo>
                    <a:pt x="469" y="4198"/>
                  </a:lnTo>
                  <a:lnTo>
                    <a:pt x="490" y="4246"/>
                  </a:lnTo>
                  <a:lnTo>
                    <a:pt x="513" y="4294"/>
                  </a:lnTo>
                  <a:lnTo>
                    <a:pt x="538" y="4338"/>
                  </a:lnTo>
                  <a:lnTo>
                    <a:pt x="565" y="4383"/>
                  </a:lnTo>
                  <a:lnTo>
                    <a:pt x="593" y="4427"/>
                  </a:lnTo>
                  <a:lnTo>
                    <a:pt x="623" y="4470"/>
                  </a:lnTo>
                  <a:lnTo>
                    <a:pt x="656" y="4512"/>
                  </a:lnTo>
                  <a:lnTo>
                    <a:pt x="690" y="4555"/>
                  </a:lnTo>
                  <a:lnTo>
                    <a:pt x="727" y="4595"/>
                  </a:lnTo>
                  <a:lnTo>
                    <a:pt x="766" y="4637"/>
                  </a:lnTo>
                  <a:lnTo>
                    <a:pt x="807" y="4678"/>
                  </a:lnTo>
                  <a:lnTo>
                    <a:pt x="850" y="4718"/>
                  </a:lnTo>
                  <a:lnTo>
                    <a:pt x="896" y="4759"/>
                  </a:lnTo>
                  <a:lnTo>
                    <a:pt x="943" y="4799"/>
                  </a:lnTo>
                  <a:lnTo>
                    <a:pt x="994" y="4840"/>
                  </a:lnTo>
                  <a:lnTo>
                    <a:pt x="1046" y="4881"/>
                  </a:lnTo>
                  <a:lnTo>
                    <a:pt x="1101" y="4921"/>
                  </a:lnTo>
                  <a:lnTo>
                    <a:pt x="1159" y="4963"/>
                  </a:lnTo>
                  <a:lnTo>
                    <a:pt x="1220" y="5005"/>
                  </a:lnTo>
                  <a:lnTo>
                    <a:pt x="1283" y="5047"/>
                  </a:lnTo>
                  <a:lnTo>
                    <a:pt x="1349" y="5090"/>
                  </a:lnTo>
                  <a:lnTo>
                    <a:pt x="1418" y="5134"/>
                  </a:lnTo>
                  <a:lnTo>
                    <a:pt x="1489" y="5178"/>
                  </a:lnTo>
                  <a:lnTo>
                    <a:pt x="1563" y="5223"/>
                  </a:lnTo>
                  <a:lnTo>
                    <a:pt x="1640" y="5270"/>
                  </a:lnTo>
                  <a:lnTo>
                    <a:pt x="1720" y="5317"/>
                  </a:lnTo>
                  <a:lnTo>
                    <a:pt x="1804" y="5365"/>
                  </a:lnTo>
                  <a:lnTo>
                    <a:pt x="1979" y="5466"/>
                  </a:lnTo>
                  <a:lnTo>
                    <a:pt x="2167" y="5572"/>
                  </a:lnTo>
                  <a:lnTo>
                    <a:pt x="2368" y="5685"/>
                  </a:lnTo>
                  <a:lnTo>
                    <a:pt x="2583" y="5805"/>
                  </a:lnTo>
                  <a:lnTo>
                    <a:pt x="2665" y="5851"/>
                  </a:lnTo>
                  <a:lnTo>
                    <a:pt x="2750" y="5898"/>
                  </a:lnTo>
                  <a:lnTo>
                    <a:pt x="2837" y="5946"/>
                  </a:lnTo>
                  <a:lnTo>
                    <a:pt x="2926" y="5996"/>
                  </a:lnTo>
                  <a:lnTo>
                    <a:pt x="3017" y="6047"/>
                  </a:lnTo>
                  <a:lnTo>
                    <a:pt x="3110" y="6099"/>
                  </a:lnTo>
                  <a:lnTo>
                    <a:pt x="3205" y="6153"/>
                  </a:lnTo>
                  <a:lnTo>
                    <a:pt x="3303" y="6208"/>
                  </a:lnTo>
                  <a:lnTo>
                    <a:pt x="3403" y="6265"/>
                  </a:lnTo>
                  <a:lnTo>
                    <a:pt x="3505" y="6323"/>
                  </a:lnTo>
                  <a:lnTo>
                    <a:pt x="3610" y="6383"/>
                  </a:lnTo>
                  <a:lnTo>
                    <a:pt x="3717" y="6444"/>
                  </a:lnTo>
                  <a:lnTo>
                    <a:pt x="3828" y="6508"/>
                  </a:lnTo>
                  <a:lnTo>
                    <a:pt x="3940" y="6573"/>
                  </a:lnTo>
                  <a:lnTo>
                    <a:pt x="4055" y="6640"/>
                  </a:lnTo>
                  <a:lnTo>
                    <a:pt x="4173" y="6709"/>
                  </a:lnTo>
                  <a:lnTo>
                    <a:pt x="4289" y="6776"/>
                  </a:lnTo>
                  <a:lnTo>
                    <a:pt x="4401" y="6843"/>
                  </a:lnTo>
                  <a:lnTo>
                    <a:pt x="4511" y="6908"/>
                  </a:lnTo>
                  <a:lnTo>
                    <a:pt x="4619" y="6972"/>
                  </a:lnTo>
                  <a:lnTo>
                    <a:pt x="4724" y="7035"/>
                  </a:lnTo>
                  <a:lnTo>
                    <a:pt x="4828" y="7097"/>
                  </a:lnTo>
                  <a:lnTo>
                    <a:pt x="4929" y="7158"/>
                  </a:lnTo>
                  <a:lnTo>
                    <a:pt x="5027" y="7218"/>
                  </a:lnTo>
                  <a:lnTo>
                    <a:pt x="5124" y="7275"/>
                  </a:lnTo>
                  <a:lnTo>
                    <a:pt x="5218" y="7333"/>
                  </a:lnTo>
                  <a:lnTo>
                    <a:pt x="5311" y="7389"/>
                  </a:lnTo>
                  <a:lnTo>
                    <a:pt x="5401" y="7444"/>
                  </a:lnTo>
                  <a:lnTo>
                    <a:pt x="5489" y="7499"/>
                  </a:lnTo>
                  <a:lnTo>
                    <a:pt x="5574" y="7551"/>
                  </a:lnTo>
                  <a:lnTo>
                    <a:pt x="5658" y="7602"/>
                  </a:lnTo>
                  <a:lnTo>
                    <a:pt x="5740" y="7653"/>
                  </a:lnTo>
                  <a:lnTo>
                    <a:pt x="5950" y="7781"/>
                  </a:lnTo>
                  <a:lnTo>
                    <a:pt x="6146" y="7902"/>
                  </a:lnTo>
                  <a:lnTo>
                    <a:pt x="6332" y="8014"/>
                  </a:lnTo>
                  <a:lnTo>
                    <a:pt x="6505" y="8117"/>
                  </a:lnTo>
                  <a:lnTo>
                    <a:pt x="6588" y="8166"/>
                  </a:lnTo>
                  <a:lnTo>
                    <a:pt x="6668" y="8213"/>
                  </a:lnTo>
                  <a:lnTo>
                    <a:pt x="6746" y="8257"/>
                  </a:lnTo>
                  <a:lnTo>
                    <a:pt x="6823" y="8299"/>
                  </a:lnTo>
                  <a:lnTo>
                    <a:pt x="6896" y="8340"/>
                  </a:lnTo>
                  <a:lnTo>
                    <a:pt x="6968" y="8378"/>
                  </a:lnTo>
                  <a:lnTo>
                    <a:pt x="7037" y="8415"/>
                  </a:lnTo>
                  <a:lnTo>
                    <a:pt x="7105" y="8448"/>
                  </a:lnTo>
                  <a:lnTo>
                    <a:pt x="7170" y="8481"/>
                  </a:lnTo>
                  <a:lnTo>
                    <a:pt x="7235" y="8511"/>
                  </a:lnTo>
                  <a:lnTo>
                    <a:pt x="7298" y="8539"/>
                  </a:lnTo>
                  <a:lnTo>
                    <a:pt x="7359" y="8565"/>
                  </a:lnTo>
                  <a:lnTo>
                    <a:pt x="7419" y="8589"/>
                  </a:lnTo>
                  <a:lnTo>
                    <a:pt x="7478" y="8610"/>
                  </a:lnTo>
                  <a:lnTo>
                    <a:pt x="7535" y="8630"/>
                  </a:lnTo>
                  <a:lnTo>
                    <a:pt x="7591" y="8647"/>
                  </a:lnTo>
                  <a:lnTo>
                    <a:pt x="7646" y="8664"/>
                  </a:lnTo>
                  <a:lnTo>
                    <a:pt x="7701" y="8677"/>
                  </a:lnTo>
                  <a:lnTo>
                    <a:pt x="7755" y="8688"/>
                  </a:lnTo>
                  <a:lnTo>
                    <a:pt x="7809" y="8697"/>
                  </a:lnTo>
                  <a:lnTo>
                    <a:pt x="7861" y="8704"/>
                  </a:lnTo>
                  <a:lnTo>
                    <a:pt x="7913" y="8709"/>
                  </a:lnTo>
                  <a:lnTo>
                    <a:pt x="7965" y="8712"/>
                  </a:lnTo>
                  <a:lnTo>
                    <a:pt x="8016" y="8713"/>
                  </a:lnTo>
                  <a:lnTo>
                    <a:pt x="8067" y="8712"/>
                  </a:lnTo>
                  <a:lnTo>
                    <a:pt x="8119" y="8709"/>
                  </a:lnTo>
                  <a:lnTo>
                    <a:pt x="8171" y="8704"/>
                  </a:lnTo>
                  <a:lnTo>
                    <a:pt x="8223" y="8697"/>
                  </a:lnTo>
                  <a:lnTo>
                    <a:pt x="8277" y="8688"/>
                  </a:lnTo>
                  <a:lnTo>
                    <a:pt x="8331" y="8677"/>
                  </a:lnTo>
                  <a:lnTo>
                    <a:pt x="8386" y="8664"/>
                  </a:lnTo>
                  <a:lnTo>
                    <a:pt x="8441" y="8647"/>
                  </a:lnTo>
                  <a:lnTo>
                    <a:pt x="8497" y="8630"/>
                  </a:lnTo>
                  <a:lnTo>
                    <a:pt x="8554" y="8610"/>
                  </a:lnTo>
                  <a:lnTo>
                    <a:pt x="8613" y="8589"/>
                  </a:lnTo>
                  <a:lnTo>
                    <a:pt x="8673" y="8565"/>
                  </a:lnTo>
                  <a:lnTo>
                    <a:pt x="8734" y="8539"/>
                  </a:lnTo>
                  <a:lnTo>
                    <a:pt x="8797" y="8511"/>
                  </a:lnTo>
                  <a:lnTo>
                    <a:pt x="8862" y="8481"/>
                  </a:lnTo>
                  <a:lnTo>
                    <a:pt x="8927" y="8448"/>
                  </a:lnTo>
                  <a:lnTo>
                    <a:pt x="8995" y="8415"/>
                  </a:lnTo>
                  <a:lnTo>
                    <a:pt x="9064" y="8378"/>
                  </a:lnTo>
                  <a:lnTo>
                    <a:pt x="9136" y="8340"/>
                  </a:lnTo>
                  <a:lnTo>
                    <a:pt x="9209" y="8299"/>
                  </a:lnTo>
                  <a:lnTo>
                    <a:pt x="9286" y="8257"/>
                  </a:lnTo>
                  <a:lnTo>
                    <a:pt x="9364" y="8213"/>
                  </a:lnTo>
                  <a:lnTo>
                    <a:pt x="9444" y="8166"/>
                  </a:lnTo>
                  <a:lnTo>
                    <a:pt x="9527" y="8117"/>
                  </a:lnTo>
                  <a:lnTo>
                    <a:pt x="9700" y="8014"/>
                  </a:lnTo>
                  <a:lnTo>
                    <a:pt x="9886" y="7902"/>
                  </a:lnTo>
                  <a:lnTo>
                    <a:pt x="10082" y="7781"/>
                  </a:lnTo>
                  <a:lnTo>
                    <a:pt x="10292" y="7653"/>
                  </a:lnTo>
                  <a:lnTo>
                    <a:pt x="10374" y="7602"/>
                  </a:lnTo>
                  <a:lnTo>
                    <a:pt x="10458" y="7551"/>
                  </a:lnTo>
                  <a:lnTo>
                    <a:pt x="10543" y="7499"/>
                  </a:lnTo>
                  <a:lnTo>
                    <a:pt x="10631" y="7444"/>
                  </a:lnTo>
                  <a:lnTo>
                    <a:pt x="10721" y="7389"/>
                  </a:lnTo>
                  <a:lnTo>
                    <a:pt x="10814" y="7333"/>
                  </a:lnTo>
                  <a:lnTo>
                    <a:pt x="10908" y="7275"/>
                  </a:lnTo>
                  <a:lnTo>
                    <a:pt x="11005" y="7218"/>
                  </a:lnTo>
                  <a:lnTo>
                    <a:pt x="11103" y="7158"/>
                  </a:lnTo>
                  <a:lnTo>
                    <a:pt x="11204" y="7097"/>
                  </a:lnTo>
                  <a:lnTo>
                    <a:pt x="11308" y="7035"/>
                  </a:lnTo>
                  <a:lnTo>
                    <a:pt x="11413" y="6972"/>
                  </a:lnTo>
                  <a:lnTo>
                    <a:pt x="11521" y="6908"/>
                  </a:lnTo>
                  <a:lnTo>
                    <a:pt x="11631" y="6843"/>
                  </a:lnTo>
                  <a:lnTo>
                    <a:pt x="11743" y="6776"/>
                  </a:lnTo>
                  <a:lnTo>
                    <a:pt x="11859" y="6709"/>
                  </a:lnTo>
                  <a:lnTo>
                    <a:pt x="11977" y="6640"/>
                  </a:lnTo>
                  <a:lnTo>
                    <a:pt x="12092" y="6573"/>
                  </a:lnTo>
                  <a:lnTo>
                    <a:pt x="12204" y="6508"/>
                  </a:lnTo>
                  <a:lnTo>
                    <a:pt x="12315" y="6444"/>
                  </a:lnTo>
                  <a:lnTo>
                    <a:pt x="12422" y="6383"/>
                  </a:lnTo>
                  <a:lnTo>
                    <a:pt x="12527" y="6323"/>
                  </a:lnTo>
                  <a:lnTo>
                    <a:pt x="12629" y="6265"/>
                  </a:lnTo>
                  <a:lnTo>
                    <a:pt x="12729" y="6208"/>
                  </a:lnTo>
                  <a:lnTo>
                    <a:pt x="12827" y="6153"/>
                  </a:lnTo>
                  <a:lnTo>
                    <a:pt x="12922" y="6099"/>
                  </a:lnTo>
                  <a:lnTo>
                    <a:pt x="13015" y="6047"/>
                  </a:lnTo>
                  <a:lnTo>
                    <a:pt x="13106" y="5996"/>
                  </a:lnTo>
                  <a:lnTo>
                    <a:pt x="13195" y="5946"/>
                  </a:lnTo>
                  <a:lnTo>
                    <a:pt x="13282" y="5898"/>
                  </a:lnTo>
                  <a:lnTo>
                    <a:pt x="13367" y="5851"/>
                  </a:lnTo>
                  <a:lnTo>
                    <a:pt x="13449" y="5805"/>
                  </a:lnTo>
                  <a:lnTo>
                    <a:pt x="13664" y="5685"/>
                  </a:lnTo>
                  <a:lnTo>
                    <a:pt x="13865" y="5572"/>
                  </a:lnTo>
                  <a:lnTo>
                    <a:pt x="14053" y="5466"/>
                  </a:lnTo>
                  <a:lnTo>
                    <a:pt x="14228" y="5365"/>
                  </a:lnTo>
                  <a:lnTo>
                    <a:pt x="14312" y="5317"/>
                  </a:lnTo>
                  <a:lnTo>
                    <a:pt x="14392" y="5270"/>
                  </a:lnTo>
                  <a:lnTo>
                    <a:pt x="14469" y="5223"/>
                  </a:lnTo>
                  <a:lnTo>
                    <a:pt x="14543" y="5178"/>
                  </a:lnTo>
                  <a:lnTo>
                    <a:pt x="14614" y="5134"/>
                  </a:lnTo>
                  <a:lnTo>
                    <a:pt x="14683" y="5090"/>
                  </a:lnTo>
                  <a:lnTo>
                    <a:pt x="14749" y="5047"/>
                  </a:lnTo>
                  <a:lnTo>
                    <a:pt x="14812" y="5005"/>
                  </a:lnTo>
                  <a:lnTo>
                    <a:pt x="14873" y="4963"/>
                  </a:lnTo>
                  <a:lnTo>
                    <a:pt x="14931" y="4921"/>
                  </a:lnTo>
                  <a:lnTo>
                    <a:pt x="14986" y="4881"/>
                  </a:lnTo>
                  <a:lnTo>
                    <a:pt x="15038" y="4840"/>
                  </a:lnTo>
                  <a:lnTo>
                    <a:pt x="15089" y="4799"/>
                  </a:lnTo>
                  <a:lnTo>
                    <a:pt x="15136" y="4759"/>
                  </a:lnTo>
                  <a:lnTo>
                    <a:pt x="15182" y="4718"/>
                  </a:lnTo>
                  <a:lnTo>
                    <a:pt x="15225" y="4678"/>
                  </a:lnTo>
                  <a:lnTo>
                    <a:pt x="15266" y="4637"/>
                  </a:lnTo>
                  <a:lnTo>
                    <a:pt x="15305" y="4595"/>
                  </a:lnTo>
                  <a:lnTo>
                    <a:pt x="15342" y="4555"/>
                  </a:lnTo>
                  <a:lnTo>
                    <a:pt x="15376" y="4512"/>
                  </a:lnTo>
                  <a:lnTo>
                    <a:pt x="15409" y="4470"/>
                  </a:lnTo>
                  <a:lnTo>
                    <a:pt x="15439" y="4427"/>
                  </a:lnTo>
                  <a:lnTo>
                    <a:pt x="15467" y="4383"/>
                  </a:lnTo>
                  <a:lnTo>
                    <a:pt x="15494" y="4338"/>
                  </a:lnTo>
                  <a:lnTo>
                    <a:pt x="15519" y="4294"/>
                  </a:lnTo>
                  <a:lnTo>
                    <a:pt x="15542" y="4246"/>
                  </a:lnTo>
                  <a:lnTo>
                    <a:pt x="15563" y="4198"/>
                  </a:lnTo>
                  <a:lnTo>
                    <a:pt x="15583" y="4149"/>
                  </a:lnTo>
                  <a:lnTo>
                    <a:pt x="15602" y="4097"/>
                  </a:lnTo>
                  <a:lnTo>
                    <a:pt x="15619" y="4044"/>
                  </a:lnTo>
                  <a:lnTo>
                    <a:pt x="15635" y="3990"/>
                  </a:lnTo>
                  <a:lnTo>
                    <a:pt x="15649" y="3933"/>
                  </a:lnTo>
                  <a:lnTo>
                    <a:pt x="15662" y="3875"/>
                  </a:lnTo>
                  <a:lnTo>
                    <a:pt x="15674" y="3814"/>
                  </a:lnTo>
                  <a:lnTo>
                    <a:pt x="15685" y="3752"/>
                  </a:lnTo>
                  <a:lnTo>
                    <a:pt x="15694" y="3688"/>
                  </a:lnTo>
                  <a:lnTo>
                    <a:pt x="15703" y="3621"/>
                  </a:lnTo>
                  <a:lnTo>
                    <a:pt x="15710" y="3552"/>
                  </a:lnTo>
                  <a:lnTo>
                    <a:pt x="15716" y="3480"/>
                  </a:lnTo>
                  <a:lnTo>
                    <a:pt x="15722" y="3407"/>
                  </a:lnTo>
                  <a:lnTo>
                    <a:pt x="15727" y="3330"/>
                  </a:lnTo>
                  <a:lnTo>
                    <a:pt x="15730" y="3251"/>
                  </a:lnTo>
                  <a:lnTo>
                    <a:pt x="15733" y="3169"/>
                  </a:lnTo>
                  <a:lnTo>
                    <a:pt x="15736" y="3084"/>
                  </a:lnTo>
                  <a:lnTo>
                    <a:pt x="15737" y="2996"/>
                  </a:lnTo>
                  <a:lnTo>
                    <a:pt x="15738" y="2905"/>
                  </a:lnTo>
                  <a:lnTo>
                    <a:pt x="15739" y="2811"/>
                  </a:lnTo>
                  <a:lnTo>
                    <a:pt x="15738" y="2715"/>
                  </a:lnTo>
                  <a:lnTo>
                    <a:pt x="15737" y="2509"/>
                  </a:lnTo>
                  <a:lnTo>
                    <a:pt x="15734" y="2292"/>
                  </a:lnTo>
                  <a:lnTo>
                    <a:pt x="15729" y="2059"/>
                  </a:lnTo>
                  <a:lnTo>
                    <a:pt x="15724" y="1811"/>
                  </a:lnTo>
                  <a:lnTo>
                    <a:pt x="15722" y="1713"/>
                  </a:lnTo>
                  <a:lnTo>
                    <a:pt x="15720" y="1613"/>
                  </a:lnTo>
                  <a:lnTo>
                    <a:pt x="15718" y="1511"/>
                  </a:lnTo>
                  <a:lnTo>
                    <a:pt x="15716" y="1407"/>
                  </a:lnTo>
                  <a:lnTo>
                    <a:pt x="15714" y="1301"/>
                  </a:lnTo>
                  <a:lnTo>
                    <a:pt x="15712" y="1192"/>
                  </a:lnTo>
                  <a:lnTo>
                    <a:pt x="15710" y="1082"/>
                  </a:lnTo>
                  <a:lnTo>
                    <a:pt x="15708" y="970"/>
                  </a:lnTo>
                  <a:lnTo>
                    <a:pt x="15707" y="855"/>
                  </a:lnTo>
                  <a:lnTo>
                    <a:pt x="15705" y="738"/>
                  </a:lnTo>
                  <a:lnTo>
                    <a:pt x="15704" y="621"/>
                  </a:lnTo>
                  <a:lnTo>
                    <a:pt x="15703" y="500"/>
                  </a:lnTo>
                  <a:lnTo>
                    <a:pt x="15702" y="378"/>
                  </a:lnTo>
                  <a:lnTo>
                    <a:pt x="15701" y="254"/>
                  </a:lnTo>
                  <a:lnTo>
                    <a:pt x="15700" y="128"/>
                  </a:lnTo>
                  <a:lnTo>
                    <a:pt x="15700" y="0"/>
                  </a:lnTo>
                  <a:lnTo>
                    <a:pt x="15995" y="0"/>
                  </a:lnTo>
                  <a:lnTo>
                    <a:pt x="15995" y="136"/>
                  </a:lnTo>
                  <a:lnTo>
                    <a:pt x="15995" y="268"/>
                  </a:lnTo>
                  <a:lnTo>
                    <a:pt x="15996" y="397"/>
                  </a:lnTo>
                  <a:lnTo>
                    <a:pt x="15997" y="522"/>
                  </a:lnTo>
                  <a:lnTo>
                    <a:pt x="15998" y="645"/>
                  </a:lnTo>
                  <a:lnTo>
                    <a:pt x="15999" y="764"/>
                  </a:lnTo>
                  <a:lnTo>
                    <a:pt x="16001" y="879"/>
                  </a:lnTo>
                  <a:lnTo>
                    <a:pt x="16002" y="993"/>
                  </a:lnTo>
                  <a:lnTo>
                    <a:pt x="16004" y="1104"/>
                  </a:lnTo>
                  <a:lnTo>
                    <a:pt x="16006" y="1212"/>
                  </a:lnTo>
                  <a:lnTo>
                    <a:pt x="16008" y="1316"/>
                  </a:lnTo>
                  <a:lnTo>
                    <a:pt x="16010" y="1419"/>
                  </a:lnTo>
                  <a:lnTo>
                    <a:pt x="16012" y="1518"/>
                  </a:lnTo>
                  <a:lnTo>
                    <a:pt x="16014" y="1617"/>
                  </a:lnTo>
                  <a:lnTo>
                    <a:pt x="16016" y="1711"/>
                  </a:lnTo>
                  <a:lnTo>
                    <a:pt x="16017" y="1805"/>
                  </a:lnTo>
                  <a:lnTo>
                    <a:pt x="16023" y="2063"/>
                  </a:lnTo>
                  <a:lnTo>
                    <a:pt x="16027" y="2305"/>
                  </a:lnTo>
                  <a:lnTo>
                    <a:pt x="16030" y="2533"/>
                  </a:lnTo>
                  <a:lnTo>
                    <a:pt x="16032" y="2745"/>
                  </a:lnTo>
                  <a:lnTo>
                    <a:pt x="16032" y="2847"/>
                  </a:lnTo>
                  <a:lnTo>
                    <a:pt x="16031" y="2945"/>
                  </a:lnTo>
                  <a:lnTo>
                    <a:pt x="16030" y="3041"/>
                  </a:lnTo>
                  <a:lnTo>
                    <a:pt x="16028" y="3132"/>
                  </a:lnTo>
                  <a:lnTo>
                    <a:pt x="16025" y="3221"/>
                  </a:lnTo>
                  <a:lnTo>
                    <a:pt x="16022" y="3308"/>
                  </a:lnTo>
                  <a:lnTo>
                    <a:pt x="16017" y="3391"/>
                  </a:lnTo>
                  <a:lnTo>
                    <a:pt x="16012" y="3471"/>
                  </a:lnTo>
                  <a:lnTo>
                    <a:pt x="16005" y="3549"/>
                  </a:lnTo>
                  <a:lnTo>
                    <a:pt x="15997" y="3626"/>
                  </a:lnTo>
                  <a:lnTo>
                    <a:pt x="15989" y="3699"/>
                  </a:lnTo>
                  <a:lnTo>
                    <a:pt x="15979" y="3770"/>
                  </a:lnTo>
                  <a:lnTo>
                    <a:pt x="15968" y="3840"/>
                  </a:lnTo>
                  <a:lnTo>
                    <a:pt x="15956" y="3907"/>
                  </a:lnTo>
                  <a:lnTo>
                    <a:pt x="15942" y="3972"/>
                  </a:lnTo>
                  <a:lnTo>
                    <a:pt x="15927" y="4035"/>
                  </a:lnTo>
                  <a:lnTo>
                    <a:pt x="15910" y="4097"/>
                  </a:lnTo>
                  <a:lnTo>
                    <a:pt x="15892" y="4156"/>
                  </a:lnTo>
                  <a:lnTo>
                    <a:pt x="15872" y="4215"/>
                  </a:lnTo>
                  <a:lnTo>
                    <a:pt x="15851" y="4271"/>
                  </a:lnTo>
                  <a:lnTo>
                    <a:pt x="15828" y="4327"/>
                  </a:lnTo>
                  <a:lnTo>
                    <a:pt x="15803" y="4381"/>
                  </a:lnTo>
                  <a:lnTo>
                    <a:pt x="15776" y="4435"/>
                  </a:lnTo>
                  <a:lnTo>
                    <a:pt x="15747" y="4487"/>
                  </a:lnTo>
                  <a:lnTo>
                    <a:pt x="15717" y="4538"/>
                  </a:lnTo>
                  <a:lnTo>
                    <a:pt x="15685" y="4588"/>
                  </a:lnTo>
                  <a:lnTo>
                    <a:pt x="15651" y="4637"/>
                  </a:lnTo>
                  <a:lnTo>
                    <a:pt x="15615" y="4686"/>
                  </a:lnTo>
                  <a:lnTo>
                    <a:pt x="15577" y="4732"/>
                  </a:lnTo>
                  <a:lnTo>
                    <a:pt x="15537" y="4779"/>
                  </a:lnTo>
                  <a:lnTo>
                    <a:pt x="15495" y="4825"/>
                  </a:lnTo>
                  <a:lnTo>
                    <a:pt x="15451" y="4871"/>
                  </a:lnTo>
                  <a:lnTo>
                    <a:pt x="15404" y="4915"/>
                  </a:lnTo>
                  <a:lnTo>
                    <a:pt x="15356" y="4960"/>
                  </a:lnTo>
                  <a:lnTo>
                    <a:pt x="15305" y="5005"/>
                  </a:lnTo>
                  <a:lnTo>
                    <a:pt x="15250" y="5049"/>
                  </a:lnTo>
                  <a:lnTo>
                    <a:pt x="15194" y="5093"/>
                  </a:lnTo>
                  <a:lnTo>
                    <a:pt x="15136" y="5138"/>
                  </a:lnTo>
                  <a:lnTo>
                    <a:pt x="15075" y="5182"/>
                  </a:lnTo>
                  <a:lnTo>
                    <a:pt x="15012" y="5227"/>
                  </a:lnTo>
                  <a:lnTo>
                    <a:pt x="14945" y="5272"/>
                  </a:lnTo>
                  <a:lnTo>
                    <a:pt x="14877" y="5317"/>
                  </a:lnTo>
                  <a:lnTo>
                    <a:pt x="14805" y="5364"/>
                  </a:lnTo>
                  <a:lnTo>
                    <a:pt x="14729" y="5411"/>
                  </a:lnTo>
                  <a:lnTo>
                    <a:pt x="14652" y="5459"/>
                  </a:lnTo>
                  <a:lnTo>
                    <a:pt x="14572" y="5507"/>
                  </a:lnTo>
                  <a:lnTo>
                    <a:pt x="14488" y="5557"/>
                  </a:lnTo>
                  <a:lnTo>
                    <a:pt x="14402" y="5608"/>
                  </a:lnTo>
                  <a:lnTo>
                    <a:pt x="14218" y="5713"/>
                  </a:lnTo>
                  <a:lnTo>
                    <a:pt x="14023" y="5824"/>
                  </a:lnTo>
                  <a:lnTo>
                    <a:pt x="13814" y="5941"/>
                  </a:lnTo>
                  <a:lnTo>
                    <a:pt x="13590" y="6066"/>
                  </a:lnTo>
                  <a:lnTo>
                    <a:pt x="13505" y="6113"/>
                  </a:lnTo>
                  <a:lnTo>
                    <a:pt x="13418" y="6161"/>
                  </a:lnTo>
                  <a:lnTo>
                    <a:pt x="13329" y="6211"/>
                  </a:lnTo>
                  <a:lnTo>
                    <a:pt x="13238" y="6262"/>
                  </a:lnTo>
                  <a:lnTo>
                    <a:pt x="13145" y="6314"/>
                  </a:lnTo>
                  <a:lnTo>
                    <a:pt x="13051" y="6368"/>
                  </a:lnTo>
                  <a:lnTo>
                    <a:pt x="12954" y="6421"/>
                  </a:lnTo>
                  <a:lnTo>
                    <a:pt x="12856" y="6477"/>
                  </a:lnTo>
                  <a:lnTo>
                    <a:pt x="12755" y="6534"/>
                  </a:lnTo>
                  <a:lnTo>
                    <a:pt x="12653" y="6592"/>
                  </a:lnTo>
                  <a:lnTo>
                    <a:pt x="12550" y="6651"/>
                  </a:lnTo>
                  <a:lnTo>
                    <a:pt x="12444" y="6711"/>
                  </a:lnTo>
                  <a:lnTo>
                    <a:pt x="12337" y="6773"/>
                  </a:lnTo>
                  <a:lnTo>
                    <a:pt x="12227" y="6836"/>
                  </a:lnTo>
                  <a:lnTo>
                    <a:pt x="12117" y="6900"/>
                  </a:lnTo>
                  <a:lnTo>
                    <a:pt x="12005" y="6966"/>
                  </a:lnTo>
                  <a:lnTo>
                    <a:pt x="11890" y="7034"/>
                  </a:lnTo>
                  <a:lnTo>
                    <a:pt x="11778" y="7100"/>
                  </a:lnTo>
                  <a:lnTo>
                    <a:pt x="11667" y="7165"/>
                  </a:lnTo>
                  <a:lnTo>
                    <a:pt x="11560" y="7229"/>
                  </a:lnTo>
                  <a:lnTo>
                    <a:pt x="11455" y="7292"/>
                  </a:lnTo>
                  <a:lnTo>
                    <a:pt x="11352" y="7354"/>
                  </a:lnTo>
                  <a:lnTo>
                    <a:pt x="11251" y="7414"/>
                  </a:lnTo>
                  <a:lnTo>
                    <a:pt x="11153" y="7473"/>
                  </a:lnTo>
                  <a:lnTo>
                    <a:pt x="11057" y="7531"/>
                  </a:lnTo>
                  <a:lnTo>
                    <a:pt x="10963" y="7588"/>
                  </a:lnTo>
                  <a:lnTo>
                    <a:pt x="10872" y="7644"/>
                  </a:lnTo>
                  <a:lnTo>
                    <a:pt x="10782" y="7699"/>
                  </a:lnTo>
                  <a:lnTo>
                    <a:pt x="10694" y="7753"/>
                  </a:lnTo>
                  <a:lnTo>
                    <a:pt x="10608" y="7806"/>
                  </a:lnTo>
                  <a:lnTo>
                    <a:pt x="10525" y="7856"/>
                  </a:lnTo>
                  <a:lnTo>
                    <a:pt x="10443" y="7907"/>
                  </a:lnTo>
                  <a:lnTo>
                    <a:pt x="10224" y="8041"/>
                  </a:lnTo>
                  <a:lnTo>
                    <a:pt x="10020" y="8166"/>
                  </a:lnTo>
                  <a:lnTo>
                    <a:pt x="9828" y="8283"/>
                  </a:lnTo>
                  <a:lnTo>
                    <a:pt x="9646" y="8390"/>
                  </a:lnTo>
                  <a:lnTo>
                    <a:pt x="9559" y="8441"/>
                  </a:lnTo>
                  <a:lnTo>
                    <a:pt x="9475" y="8490"/>
                  </a:lnTo>
                  <a:lnTo>
                    <a:pt x="9393" y="8536"/>
                  </a:lnTo>
                  <a:lnTo>
                    <a:pt x="9314" y="8580"/>
                  </a:lnTo>
                  <a:lnTo>
                    <a:pt x="9235" y="8622"/>
                  </a:lnTo>
                  <a:lnTo>
                    <a:pt x="9160" y="8663"/>
                  </a:lnTo>
                  <a:lnTo>
                    <a:pt x="9087" y="8700"/>
                  </a:lnTo>
                  <a:lnTo>
                    <a:pt x="9015" y="8736"/>
                  </a:lnTo>
                  <a:lnTo>
                    <a:pt x="8945" y="8769"/>
                  </a:lnTo>
                  <a:lnTo>
                    <a:pt x="8877" y="8801"/>
                  </a:lnTo>
                  <a:lnTo>
                    <a:pt x="8810" y="8829"/>
                  </a:lnTo>
                  <a:lnTo>
                    <a:pt x="8743" y="8857"/>
                  </a:lnTo>
                  <a:lnTo>
                    <a:pt x="8678" y="8881"/>
                  </a:lnTo>
                  <a:lnTo>
                    <a:pt x="8615" y="8904"/>
                  </a:lnTo>
                  <a:lnTo>
                    <a:pt x="8553" y="8925"/>
                  </a:lnTo>
                  <a:lnTo>
                    <a:pt x="8491" y="8943"/>
                  </a:lnTo>
                  <a:lnTo>
                    <a:pt x="8431" y="8959"/>
                  </a:lnTo>
                  <a:lnTo>
                    <a:pt x="8370" y="8973"/>
                  </a:lnTo>
                  <a:lnTo>
                    <a:pt x="8311" y="8985"/>
                  </a:lnTo>
                  <a:lnTo>
                    <a:pt x="8251" y="8995"/>
                  </a:lnTo>
                  <a:lnTo>
                    <a:pt x="8192" y="9002"/>
                  </a:lnTo>
                  <a:lnTo>
                    <a:pt x="8133" y="9008"/>
                  </a:lnTo>
                  <a:lnTo>
                    <a:pt x="8075" y="9011"/>
                  </a:lnTo>
                  <a:lnTo>
                    <a:pt x="8016" y="9012"/>
                  </a:lnTo>
                  <a:lnTo>
                    <a:pt x="7957" y="9011"/>
                  </a:lnTo>
                  <a:lnTo>
                    <a:pt x="7899" y="9008"/>
                  </a:lnTo>
                  <a:lnTo>
                    <a:pt x="7840" y="9002"/>
                  </a:lnTo>
                  <a:lnTo>
                    <a:pt x="7781" y="8995"/>
                  </a:lnTo>
                  <a:lnTo>
                    <a:pt x="7721" y="8985"/>
                  </a:lnTo>
                  <a:lnTo>
                    <a:pt x="7662" y="8973"/>
                  </a:lnTo>
                  <a:lnTo>
                    <a:pt x="7601" y="8959"/>
                  </a:lnTo>
                  <a:lnTo>
                    <a:pt x="7541" y="8943"/>
                  </a:lnTo>
                  <a:lnTo>
                    <a:pt x="7479" y="8925"/>
                  </a:lnTo>
                  <a:lnTo>
                    <a:pt x="7417" y="8904"/>
                  </a:lnTo>
                  <a:lnTo>
                    <a:pt x="7354" y="8881"/>
                  </a:lnTo>
                  <a:lnTo>
                    <a:pt x="7289" y="8857"/>
                  </a:lnTo>
                  <a:lnTo>
                    <a:pt x="7222" y="8829"/>
                  </a:lnTo>
                  <a:lnTo>
                    <a:pt x="7155" y="8801"/>
                  </a:lnTo>
                  <a:lnTo>
                    <a:pt x="7087" y="8769"/>
                  </a:lnTo>
                  <a:lnTo>
                    <a:pt x="7017" y="8736"/>
                  </a:lnTo>
                  <a:lnTo>
                    <a:pt x="6945" y="8700"/>
                  </a:lnTo>
                  <a:lnTo>
                    <a:pt x="6872" y="8663"/>
                  </a:lnTo>
                  <a:lnTo>
                    <a:pt x="6797" y="8622"/>
                  </a:lnTo>
                  <a:lnTo>
                    <a:pt x="6718" y="8580"/>
                  </a:lnTo>
                  <a:lnTo>
                    <a:pt x="6639" y="8536"/>
                  </a:lnTo>
                  <a:lnTo>
                    <a:pt x="6557" y="8490"/>
                  </a:lnTo>
                  <a:lnTo>
                    <a:pt x="6473" y="8441"/>
                  </a:lnTo>
                  <a:lnTo>
                    <a:pt x="6386" y="8390"/>
                  </a:lnTo>
                  <a:lnTo>
                    <a:pt x="6204" y="8283"/>
                  </a:lnTo>
                  <a:lnTo>
                    <a:pt x="6012" y="8166"/>
                  </a:lnTo>
                  <a:lnTo>
                    <a:pt x="5808" y="8041"/>
                  </a:lnTo>
                  <a:lnTo>
                    <a:pt x="5589" y="7907"/>
                  </a:lnTo>
                  <a:lnTo>
                    <a:pt x="5507" y="7856"/>
                  </a:lnTo>
                  <a:lnTo>
                    <a:pt x="5424" y="7806"/>
                  </a:lnTo>
                  <a:lnTo>
                    <a:pt x="5338" y="7753"/>
                  </a:lnTo>
                  <a:lnTo>
                    <a:pt x="5250" y="7699"/>
                  </a:lnTo>
                  <a:lnTo>
                    <a:pt x="5160" y="7644"/>
                  </a:lnTo>
                  <a:lnTo>
                    <a:pt x="5069" y="7588"/>
                  </a:lnTo>
                  <a:lnTo>
                    <a:pt x="4975" y="7531"/>
                  </a:lnTo>
                  <a:lnTo>
                    <a:pt x="4879" y="7473"/>
                  </a:lnTo>
                  <a:lnTo>
                    <a:pt x="4781" y="7414"/>
                  </a:lnTo>
                  <a:lnTo>
                    <a:pt x="4680" y="7354"/>
                  </a:lnTo>
                  <a:lnTo>
                    <a:pt x="4577" y="7292"/>
                  </a:lnTo>
                  <a:lnTo>
                    <a:pt x="4472" y="7229"/>
                  </a:lnTo>
                  <a:lnTo>
                    <a:pt x="4365" y="7165"/>
                  </a:lnTo>
                  <a:lnTo>
                    <a:pt x="4254" y="7100"/>
                  </a:lnTo>
                  <a:lnTo>
                    <a:pt x="4142" y="7034"/>
                  </a:lnTo>
                  <a:lnTo>
                    <a:pt x="4027" y="6966"/>
                  </a:lnTo>
                  <a:lnTo>
                    <a:pt x="3915" y="6900"/>
                  </a:lnTo>
                  <a:lnTo>
                    <a:pt x="3805" y="6836"/>
                  </a:lnTo>
                  <a:lnTo>
                    <a:pt x="3695" y="6773"/>
                  </a:lnTo>
                  <a:lnTo>
                    <a:pt x="3588" y="6711"/>
                  </a:lnTo>
                  <a:lnTo>
                    <a:pt x="3482" y="6651"/>
                  </a:lnTo>
                  <a:lnTo>
                    <a:pt x="3379" y="6592"/>
                  </a:lnTo>
                  <a:lnTo>
                    <a:pt x="3277" y="6534"/>
                  </a:lnTo>
                  <a:lnTo>
                    <a:pt x="3176" y="6477"/>
                  </a:lnTo>
                  <a:lnTo>
                    <a:pt x="3078" y="6421"/>
                  </a:lnTo>
                  <a:lnTo>
                    <a:pt x="2981" y="6368"/>
                  </a:lnTo>
                  <a:lnTo>
                    <a:pt x="2887" y="6314"/>
                  </a:lnTo>
                  <a:lnTo>
                    <a:pt x="2794" y="6262"/>
                  </a:lnTo>
                  <a:lnTo>
                    <a:pt x="2703" y="6211"/>
                  </a:lnTo>
                  <a:lnTo>
                    <a:pt x="2614" y="6161"/>
                  </a:lnTo>
                  <a:lnTo>
                    <a:pt x="2527" y="6113"/>
                  </a:lnTo>
                  <a:lnTo>
                    <a:pt x="2442" y="6066"/>
                  </a:lnTo>
                  <a:lnTo>
                    <a:pt x="2218" y="5941"/>
                  </a:lnTo>
                  <a:lnTo>
                    <a:pt x="2009" y="5824"/>
                  </a:lnTo>
                  <a:lnTo>
                    <a:pt x="1814" y="5713"/>
                  </a:lnTo>
                  <a:lnTo>
                    <a:pt x="1630" y="5608"/>
                  </a:lnTo>
                  <a:lnTo>
                    <a:pt x="1544" y="5557"/>
                  </a:lnTo>
                  <a:lnTo>
                    <a:pt x="1460" y="5507"/>
                  </a:lnTo>
                  <a:lnTo>
                    <a:pt x="1380" y="5459"/>
                  </a:lnTo>
                  <a:lnTo>
                    <a:pt x="1303" y="5411"/>
                  </a:lnTo>
                  <a:lnTo>
                    <a:pt x="1227" y="5364"/>
                  </a:lnTo>
                  <a:lnTo>
                    <a:pt x="1155" y="5317"/>
                  </a:lnTo>
                  <a:lnTo>
                    <a:pt x="1087" y="5272"/>
                  </a:lnTo>
                  <a:lnTo>
                    <a:pt x="1020" y="5227"/>
                  </a:lnTo>
                  <a:lnTo>
                    <a:pt x="957" y="5182"/>
                  </a:lnTo>
                  <a:lnTo>
                    <a:pt x="896" y="5138"/>
                  </a:lnTo>
                  <a:lnTo>
                    <a:pt x="838" y="5093"/>
                  </a:lnTo>
                  <a:lnTo>
                    <a:pt x="782" y="5049"/>
                  </a:lnTo>
                  <a:lnTo>
                    <a:pt x="727" y="5005"/>
                  </a:lnTo>
                  <a:lnTo>
                    <a:pt x="676" y="4960"/>
                  </a:lnTo>
                  <a:lnTo>
                    <a:pt x="628" y="4915"/>
                  </a:lnTo>
                  <a:lnTo>
                    <a:pt x="581" y="4871"/>
                  </a:lnTo>
                  <a:lnTo>
                    <a:pt x="537" y="4825"/>
                  </a:lnTo>
                  <a:lnTo>
                    <a:pt x="495" y="4779"/>
                  </a:lnTo>
                  <a:lnTo>
                    <a:pt x="455" y="4732"/>
                  </a:lnTo>
                  <a:lnTo>
                    <a:pt x="417" y="4686"/>
                  </a:lnTo>
                  <a:lnTo>
                    <a:pt x="381" y="4637"/>
                  </a:lnTo>
                  <a:lnTo>
                    <a:pt x="347" y="4588"/>
                  </a:lnTo>
                  <a:lnTo>
                    <a:pt x="315" y="4538"/>
                  </a:lnTo>
                  <a:lnTo>
                    <a:pt x="285" y="4487"/>
                  </a:lnTo>
                  <a:lnTo>
                    <a:pt x="256" y="4435"/>
                  </a:lnTo>
                  <a:lnTo>
                    <a:pt x="229" y="4381"/>
                  </a:lnTo>
                  <a:lnTo>
                    <a:pt x="204" y="4327"/>
                  </a:lnTo>
                  <a:lnTo>
                    <a:pt x="181" y="4271"/>
                  </a:lnTo>
                  <a:lnTo>
                    <a:pt x="160" y="4215"/>
                  </a:lnTo>
                  <a:lnTo>
                    <a:pt x="140" y="4156"/>
                  </a:lnTo>
                  <a:lnTo>
                    <a:pt x="122" y="4097"/>
                  </a:lnTo>
                  <a:lnTo>
                    <a:pt x="105" y="4035"/>
                  </a:lnTo>
                  <a:lnTo>
                    <a:pt x="90" y="3972"/>
                  </a:lnTo>
                  <a:lnTo>
                    <a:pt x="76" y="3907"/>
                  </a:lnTo>
                  <a:lnTo>
                    <a:pt x="64" y="3840"/>
                  </a:lnTo>
                  <a:lnTo>
                    <a:pt x="53" y="3770"/>
                  </a:lnTo>
                  <a:lnTo>
                    <a:pt x="43" y="3699"/>
                  </a:lnTo>
                  <a:lnTo>
                    <a:pt x="35" y="3626"/>
                  </a:lnTo>
                  <a:lnTo>
                    <a:pt x="27" y="3549"/>
                  </a:lnTo>
                  <a:lnTo>
                    <a:pt x="20" y="3471"/>
                  </a:lnTo>
                  <a:lnTo>
                    <a:pt x="15" y="3391"/>
                  </a:lnTo>
                  <a:lnTo>
                    <a:pt x="10" y="3308"/>
                  </a:lnTo>
                  <a:lnTo>
                    <a:pt x="7" y="3221"/>
                  </a:lnTo>
                  <a:lnTo>
                    <a:pt x="4" y="3132"/>
                  </a:lnTo>
                  <a:lnTo>
                    <a:pt x="2" y="3041"/>
                  </a:lnTo>
                  <a:lnTo>
                    <a:pt x="1" y="2945"/>
                  </a:lnTo>
                  <a:lnTo>
                    <a:pt x="0" y="2847"/>
                  </a:lnTo>
                  <a:lnTo>
                    <a:pt x="0" y="2745"/>
                  </a:lnTo>
                  <a:lnTo>
                    <a:pt x="2" y="2533"/>
                  </a:lnTo>
                  <a:lnTo>
                    <a:pt x="5" y="2305"/>
                  </a:lnTo>
                  <a:lnTo>
                    <a:pt x="9" y="2063"/>
                  </a:lnTo>
                  <a:lnTo>
                    <a:pt x="15" y="1805"/>
                  </a:lnTo>
                  <a:lnTo>
                    <a:pt x="16" y="1712"/>
                  </a:lnTo>
                  <a:lnTo>
                    <a:pt x="18" y="1617"/>
                  </a:lnTo>
                  <a:lnTo>
                    <a:pt x="20" y="1518"/>
                  </a:lnTo>
                  <a:lnTo>
                    <a:pt x="22" y="1419"/>
                  </a:lnTo>
                  <a:lnTo>
                    <a:pt x="24" y="1316"/>
                  </a:lnTo>
                  <a:lnTo>
                    <a:pt x="26" y="1212"/>
                  </a:lnTo>
                  <a:lnTo>
                    <a:pt x="28" y="1104"/>
                  </a:lnTo>
                  <a:lnTo>
                    <a:pt x="30" y="993"/>
                  </a:lnTo>
                  <a:lnTo>
                    <a:pt x="31" y="879"/>
                  </a:lnTo>
                  <a:lnTo>
                    <a:pt x="33" y="764"/>
                  </a:lnTo>
                  <a:lnTo>
                    <a:pt x="34" y="645"/>
                  </a:lnTo>
                  <a:lnTo>
                    <a:pt x="35" y="522"/>
                  </a:lnTo>
                  <a:lnTo>
                    <a:pt x="36" y="397"/>
                  </a:lnTo>
                  <a:lnTo>
                    <a:pt x="37" y="268"/>
                  </a:lnTo>
                  <a:lnTo>
                    <a:pt x="37" y="136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49000">
                  <a:schemeClr val="accent3"/>
                </a:gs>
                <a:gs pos="23000">
                  <a:schemeClr val="accent2"/>
                </a:gs>
                <a:gs pos="0">
                  <a:schemeClr val="accent1"/>
                </a:gs>
                <a:gs pos="97345">
                  <a:schemeClr val="accent6"/>
                </a:gs>
                <a:gs pos="76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3">
                  <a:alpha val="10000"/>
                </a:schemeClr>
              </a:glow>
              <a:outerShdw blurRad="330200" sx="102000" sy="102000" algn="ctr" rotWithShape="0">
                <a:prstClr val="black">
                  <a:alpha val="57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5" name="Freeform 13">
              <a:extLst>
                <a:ext uri="{FF2B5EF4-FFF2-40B4-BE49-F238E27FC236}">
                  <a16:creationId xmlns:a16="http://schemas.microsoft.com/office/drawing/2014/main" id="{123524FD-CF15-4808-8BB3-49D42DA1164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427282" y="2429065"/>
              <a:ext cx="3163932" cy="1778526"/>
            </a:xfrm>
            <a:custGeom>
              <a:avLst/>
              <a:gdLst>
                <a:gd name="T0" fmla="*/ 325 w 16032"/>
                <a:gd name="T1" fmla="*/ 855 h 9012"/>
                <a:gd name="T2" fmla="*/ 308 w 16032"/>
                <a:gd name="T3" fmla="*/ 1811 h 9012"/>
                <a:gd name="T4" fmla="*/ 299 w 16032"/>
                <a:gd name="T5" fmla="*/ 3169 h 9012"/>
                <a:gd name="T6" fmla="*/ 358 w 16032"/>
                <a:gd name="T7" fmla="*/ 3814 h 9012"/>
                <a:gd name="T8" fmla="*/ 513 w 16032"/>
                <a:gd name="T9" fmla="*/ 4294 h 9012"/>
                <a:gd name="T10" fmla="*/ 807 w 16032"/>
                <a:gd name="T11" fmla="*/ 4678 h 9012"/>
                <a:gd name="T12" fmla="*/ 1283 w 16032"/>
                <a:gd name="T13" fmla="*/ 5047 h 9012"/>
                <a:gd name="T14" fmla="*/ 2167 w 16032"/>
                <a:gd name="T15" fmla="*/ 5572 h 9012"/>
                <a:gd name="T16" fmla="*/ 3205 w 16032"/>
                <a:gd name="T17" fmla="*/ 6153 h 9012"/>
                <a:gd name="T18" fmla="*/ 4173 w 16032"/>
                <a:gd name="T19" fmla="*/ 6709 h 9012"/>
                <a:gd name="T20" fmla="*/ 5124 w 16032"/>
                <a:gd name="T21" fmla="*/ 7275 h 9012"/>
                <a:gd name="T22" fmla="*/ 6146 w 16032"/>
                <a:gd name="T23" fmla="*/ 7902 h 9012"/>
                <a:gd name="T24" fmla="*/ 7037 w 16032"/>
                <a:gd name="T25" fmla="*/ 8415 h 9012"/>
                <a:gd name="T26" fmla="*/ 7591 w 16032"/>
                <a:gd name="T27" fmla="*/ 8647 h 9012"/>
                <a:gd name="T28" fmla="*/ 8067 w 16032"/>
                <a:gd name="T29" fmla="*/ 8712 h 9012"/>
                <a:gd name="T30" fmla="*/ 8554 w 16032"/>
                <a:gd name="T31" fmla="*/ 8610 h 9012"/>
                <a:gd name="T32" fmla="*/ 9136 w 16032"/>
                <a:gd name="T33" fmla="*/ 8340 h 9012"/>
                <a:gd name="T34" fmla="*/ 10292 w 16032"/>
                <a:gd name="T35" fmla="*/ 7653 h 9012"/>
                <a:gd name="T36" fmla="*/ 11103 w 16032"/>
                <a:gd name="T37" fmla="*/ 7158 h 9012"/>
                <a:gd name="T38" fmla="*/ 12092 w 16032"/>
                <a:gd name="T39" fmla="*/ 6573 h 9012"/>
                <a:gd name="T40" fmla="*/ 13015 w 16032"/>
                <a:gd name="T41" fmla="*/ 6047 h 9012"/>
                <a:gd name="T42" fmla="*/ 14228 w 16032"/>
                <a:gd name="T43" fmla="*/ 5365 h 9012"/>
                <a:gd name="T44" fmla="*/ 14873 w 16032"/>
                <a:gd name="T45" fmla="*/ 4963 h 9012"/>
                <a:gd name="T46" fmla="*/ 15305 w 16032"/>
                <a:gd name="T47" fmla="*/ 4595 h 9012"/>
                <a:gd name="T48" fmla="*/ 15563 w 16032"/>
                <a:gd name="T49" fmla="*/ 4198 h 9012"/>
                <a:gd name="T50" fmla="*/ 15694 w 16032"/>
                <a:gd name="T51" fmla="*/ 3688 h 9012"/>
                <a:gd name="T52" fmla="*/ 15737 w 16032"/>
                <a:gd name="T53" fmla="*/ 2996 h 9012"/>
                <a:gd name="T54" fmla="*/ 15720 w 16032"/>
                <a:gd name="T55" fmla="*/ 1613 h 9012"/>
                <a:gd name="T56" fmla="*/ 15704 w 16032"/>
                <a:gd name="T57" fmla="*/ 621 h 9012"/>
                <a:gd name="T58" fmla="*/ 15996 w 16032"/>
                <a:gd name="T59" fmla="*/ 397 h 9012"/>
                <a:gd name="T60" fmla="*/ 16010 w 16032"/>
                <a:gd name="T61" fmla="*/ 1419 h 9012"/>
                <a:gd name="T62" fmla="*/ 16032 w 16032"/>
                <a:gd name="T63" fmla="*/ 2847 h 9012"/>
                <a:gd name="T64" fmla="*/ 15997 w 16032"/>
                <a:gd name="T65" fmla="*/ 3626 h 9012"/>
                <a:gd name="T66" fmla="*/ 15872 w 16032"/>
                <a:gd name="T67" fmla="*/ 4215 h 9012"/>
                <a:gd name="T68" fmla="*/ 15615 w 16032"/>
                <a:gd name="T69" fmla="*/ 4686 h 9012"/>
                <a:gd name="T70" fmla="*/ 15194 w 16032"/>
                <a:gd name="T71" fmla="*/ 5093 h 9012"/>
                <a:gd name="T72" fmla="*/ 14572 w 16032"/>
                <a:gd name="T73" fmla="*/ 5507 h 9012"/>
                <a:gd name="T74" fmla="*/ 13329 w 16032"/>
                <a:gd name="T75" fmla="*/ 6211 h 9012"/>
                <a:gd name="T76" fmla="*/ 12444 w 16032"/>
                <a:gd name="T77" fmla="*/ 6711 h 9012"/>
                <a:gd name="T78" fmla="*/ 11455 w 16032"/>
                <a:gd name="T79" fmla="*/ 7292 h 9012"/>
                <a:gd name="T80" fmla="*/ 10608 w 16032"/>
                <a:gd name="T81" fmla="*/ 7806 h 9012"/>
                <a:gd name="T82" fmla="*/ 9393 w 16032"/>
                <a:gd name="T83" fmla="*/ 8536 h 9012"/>
                <a:gd name="T84" fmla="*/ 8743 w 16032"/>
                <a:gd name="T85" fmla="*/ 8857 h 9012"/>
                <a:gd name="T86" fmla="*/ 8192 w 16032"/>
                <a:gd name="T87" fmla="*/ 9002 h 9012"/>
                <a:gd name="T88" fmla="*/ 7662 w 16032"/>
                <a:gd name="T89" fmla="*/ 8973 h 9012"/>
                <a:gd name="T90" fmla="*/ 7087 w 16032"/>
                <a:gd name="T91" fmla="*/ 8769 h 9012"/>
                <a:gd name="T92" fmla="*/ 6386 w 16032"/>
                <a:gd name="T93" fmla="*/ 8390 h 9012"/>
                <a:gd name="T94" fmla="*/ 5160 w 16032"/>
                <a:gd name="T95" fmla="*/ 7644 h 9012"/>
                <a:gd name="T96" fmla="*/ 4254 w 16032"/>
                <a:gd name="T97" fmla="*/ 7100 h 9012"/>
                <a:gd name="T98" fmla="*/ 3277 w 16032"/>
                <a:gd name="T99" fmla="*/ 6534 h 9012"/>
                <a:gd name="T100" fmla="*/ 2442 w 16032"/>
                <a:gd name="T101" fmla="*/ 6066 h 9012"/>
                <a:gd name="T102" fmla="*/ 1227 w 16032"/>
                <a:gd name="T103" fmla="*/ 5364 h 9012"/>
                <a:gd name="T104" fmla="*/ 676 w 16032"/>
                <a:gd name="T105" fmla="*/ 4960 h 9012"/>
                <a:gd name="T106" fmla="*/ 315 w 16032"/>
                <a:gd name="T107" fmla="*/ 4538 h 9012"/>
                <a:gd name="T108" fmla="*/ 105 w 16032"/>
                <a:gd name="T109" fmla="*/ 4035 h 9012"/>
                <a:gd name="T110" fmla="*/ 15 w 16032"/>
                <a:gd name="T111" fmla="*/ 3391 h 9012"/>
                <a:gd name="T112" fmla="*/ 5 w 16032"/>
                <a:gd name="T113" fmla="*/ 2305 h 9012"/>
                <a:gd name="T114" fmla="*/ 28 w 16032"/>
                <a:gd name="T115" fmla="*/ 1104 h 9012"/>
                <a:gd name="T116" fmla="*/ 37 w 16032"/>
                <a:gd name="T117" fmla="*/ 0 h 9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032" h="9012">
                  <a:moveTo>
                    <a:pt x="37" y="0"/>
                  </a:moveTo>
                  <a:lnTo>
                    <a:pt x="332" y="0"/>
                  </a:lnTo>
                  <a:lnTo>
                    <a:pt x="332" y="128"/>
                  </a:lnTo>
                  <a:lnTo>
                    <a:pt x="331" y="254"/>
                  </a:lnTo>
                  <a:lnTo>
                    <a:pt x="330" y="378"/>
                  </a:lnTo>
                  <a:lnTo>
                    <a:pt x="329" y="500"/>
                  </a:lnTo>
                  <a:lnTo>
                    <a:pt x="328" y="621"/>
                  </a:lnTo>
                  <a:lnTo>
                    <a:pt x="327" y="738"/>
                  </a:lnTo>
                  <a:lnTo>
                    <a:pt x="325" y="855"/>
                  </a:lnTo>
                  <a:lnTo>
                    <a:pt x="324" y="970"/>
                  </a:lnTo>
                  <a:lnTo>
                    <a:pt x="322" y="1082"/>
                  </a:lnTo>
                  <a:lnTo>
                    <a:pt x="320" y="1192"/>
                  </a:lnTo>
                  <a:lnTo>
                    <a:pt x="318" y="1301"/>
                  </a:lnTo>
                  <a:lnTo>
                    <a:pt x="316" y="1407"/>
                  </a:lnTo>
                  <a:lnTo>
                    <a:pt x="314" y="1511"/>
                  </a:lnTo>
                  <a:lnTo>
                    <a:pt x="312" y="1613"/>
                  </a:lnTo>
                  <a:lnTo>
                    <a:pt x="310" y="1713"/>
                  </a:lnTo>
                  <a:lnTo>
                    <a:pt x="308" y="1811"/>
                  </a:lnTo>
                  <a:lnTo>
                    <a:pt x="303" y="2059"/>
                  </a:lnTo>
                  <a:lnTo>
                    <a:pt x="298" y="2292"/>
                  </a:lnTo>
                  <a:lnTo>
                    <a:pt x="295" y="2509"/>
                  </a:lnTo>
                  <a:lnTo>
                    <a:pt x="294" y="2715"/>
                  </a:lnTo>
                  <a:lnTo>
                    <a:pt x="293" y="2811"/>
                  </a:lnTo>
                  <a:lnTo>
                    <a:pt x="294" y="2905"/>
                  </a:lnTo>
                  <a:lnTo>
                    <a:pt x="295" y="2996"/>
                  </a:lnTo>
                  <a:lnTo>
                    <a:pt x="296" y="3084"/>
                  </a:lnTo>
                  <a:lnTo>
                    <a:pt x="299" y="3169"/>
                  </a:lnTo>
                  <a:lnTo>
                    <a:pt x="302" y="3251"/>
                  </a:lnTo>
                  <a:lnTo>
                    <a:pt x="305" y="3330"/>
                  </a:lnTo>
                  <a:lnTo>
                    <a:pt x="310" y="3407"/>
                  </a:lnTo>
                  <a:lnTo>
                    <a:pt x="316" y="3480"/>
                  </a:lnTo>
                  <a:lnTo>
                    <a:pt x="322" y="3552"/>
                  </a:lnTo>
                  <a:lnTo>
                    <a:pt x="329" y="3621"/>
                  </a:lnTo>
                  <a:lnTo>
                    <a:pt x="338" y="3688"/>
                  </a:lnTo>
                  <a:lnTo>
                    <a:pt x="347" y="3752"/>
                  </a:lnTo>
                  <a:lnTo>
                    <a:pt x="358" y="3814"/>
                  </a:lnTo>
                  <a:lnTo>
                    <a:pt x="370" y="3875"/>
                  </a:lnTo>
                  <a:lnTo>
                    <a:pt x="383" y="3933"/>
                  </a:lnTo>
                  <a:lnTo>
                    <a:pt x="397" y="3990"/>
                  </a:lnTo>
                  <a:lnTo>
                    <a:pt x="413" y="4044"/>
                  </a:lnTo>
                  <a:lnTo>
                    <a:pt x="430" y="4097"/>
                  </a:lnTo>
                  <a:lnTo>
                    <a:pt x="449" y="4149"/>
                  </a:lnTo>
                  <a:lnTo>
                    <a:pt x="469" y="4198"/>
                  </a:lnTo>
                  <a:lnTo>
                    <a:pt x="490" y="4246"/>
                  </a:lnTo>
                  <a:lnTo>
                    <a:pt x="513" y="4294"/>
                  </a:lnTo>
                  <a:lnTo>
                    <a:pt x="538" y="4338"/>
                  </a:lnTo>
                  <a:lnTo>
                    <a:pt x="565" y="4383"/>
                  </a:lnTo>
                  <a:lnTo>
                    <a:pt x="593" y="4427"/>
                  </a:lnTo>
                  <a:lnTo>
                    <a:pt x="623" y="4470"/>
                  </a:lnTo>
                  <a:lnTo>
                    <a:pt x="656" y="4512"/>
                  </a:lnTo>
                  <a:lnTo>
                    <a:pt x="690" y="4555"/>
                  </a:lnTo>
                  <a:lnTo>
                    <a:pt x="727" y="4595"/>
                  </a:lnTo>
                  <a:lnTo>
                    <a:pt x="766" y="4637"/>
                  </a:lnTo>
                  <a:lnTo>
                    <a:pt x="807" y="4678"/>
                  </a:lnTo>
                  <a:lnTo>
                    <a:pt x="850" y="4718"/>
                  </a:lnTo>
                  <a:lnTo>
                    <a:pt x="896" y="4759"/>
                  </a:lnTo>
                  <a:lnTo>
                    <a:pt x="943" y="4799"/>
                  </a:lnTo>
                  <a:lnTo>
                    <a:pt x="994" y="4840"/>
                  </a:lnTo>
                  <a:lnTo>
                    <a:pt x="1046" y="4881"/>
                  </a:lnTo>
                  <a:lnTo>
                    <a:pt x="1101" y="4921"/>
                  </a:lnTo>
                  <a:lnTo>
                    <a:pt x="1159" y="4963"/>
                  </a:lnTo>
                  <a:lnTo>
                    <a:pt x="1220" y="5005"/>
                  </a:lnTo>
                  <a:lnTo>
                    <a:pt x="1283" y="5047"/>
                  </a:lnTo>
                  <a:lnTo>
                    <a:pt x="1349" y="5090"/>
                  </a:lnTo>
                  <a:lnTo>
                    <a:pt x="1418" y="5134"/>
                  </a:lnTo>
                  <a:lnTo>
                    <a:pt x="1489" y="5178"/>
                  </a:lnTo>
                  <a:lnTo>
                    <a:pt x="1563" y="5223"/>
                  </a:lnTo>
                  <a:lnTo>
                    <a:pt x="1640" y="5270"/>
                  </a:lnTo>
                  <a:lnTo>
                    <a:pt x="1720" y="5317"/>
                  </a:lnTo>
                  <a:lnTo>
                    <a:pt x="1804" y="5365"/>
                  </a:lnTo>
                  <a:lnTo>
                    <a:pt x="1979" y="5466"/>
                  </a:lnTo>
                  <a:lnTo>
                    <a:pt x="2167" y="5572"/>
                  </a:lnTo>
                  <a:lnTo>
                    <a:pt x="2368" y="5685"/>
                  </a:lnTo>
                  <a:lnTo>
                    <a:pt x="2583" y="5805"/>
                  </a:lnTo>
                  <a:lnTo>
                    <a:pt x="2665" y="5851"/>
                  </a:lnTo>
                  <a:lnTo>
                    <a:pt x="2750" y="5898"/>
                  </a:lnTo>
                  <a:lnTo>
                    <a:pt x="2837" y="5946"/>
                  </a:lnTo>
                  <a:lnTo>
                    <a:pt x="2926" y="5996"/>
                  </a:lnTo>
                  <a:lnTo>
                    <a:pt x="3017" y="6047"/>
                  </a:lnTo>
                  <a:lnTo>
                    <a:pt x="3110" y="6099"/>
                  </a:lnTo>
                  <a:lnTo>
                    <a:pt x="3205" y="6153"/>
                  </a:lnTo>
                  <a:lnTo>
                    <a:pt x="3303" y="6208"/>
                  </a:lnTo>
                  <a:lnTo>
                    <a:pt x="3403" y="6265"/>
                  </a:lnTo>
                  <a:lnTo>
                    <a:pt x="3505" y="6323"/>
                  </a:lnTo>
                  <a:lnTo>
                    <a:pt x="3610" y="6383"/>
                  </a:lnTo>
                  <a:lnTo>
                    <a:pt x="3717" y="6444"/>
                  </a:lnTo>
                  <a:lnTo>
                    <a:pt x="3828" y="6508"/>
                  </a:lnTo>
                  <a:lnTo>
                    <a:pt x="3940" y="6573"/>
                  </a:lnTo>
                  <a:lnTo>
                    <a:pt x="4055" y="6640"/>
                  </a:lnTo>
                  <a:lnTo>
                    <a:pt x="4173" y="6709"/>
                  </a:lnTo>
                  <a:lnTo>
                    <a:pt x="4289" y="6776"/>
                  </a:lnTo>
                  <a:lnTo>
                    <a:pt x="4401" y="6843"/>
                  </a:lnTo>
                  <a:lnTo>
                    <a:pt x="4511" y="6908"/>
                  </a:lnTo>
                  <a:lnTo>
                    <a:pt x="4619" y="6972"/>
                  </a:lnTo>
                  <a:lnTo>
                    <a:pt x="4724" y="7035"/>
                  </a:lnTo>
                  <a:lnTo>
                    <a:pt x="4828" y="7097"/>
                  </a:lnTo>
                  <a:lnTo>
                    <a:pt x="4929" y="7158"/>
                  </a:lnTo>
                  <a:lnTo>
                    <a:pt x="5027" y="7218"/>
                  </a:lnTo>
                  <a:lnTo>
                    <a:pt x="5124" y="7275"/>
                  </a:lnTo>
                  <a:lnTo>
                    <a:pt x="5218" y="7333"/>
                  </a:lnTo>
                  <a:lnTo>
                    <a:pt x="5311" y="7389"/>
                  </a:lnTo>
                  <a:lnTo>
                    <a:pt x="5401" y="7444"/>
                  </a:lnTo>
                  <a:lnTo>
                    <a:pt x="5489" y="7499"/>
                  </a:lnTo>
                  <a:lnTo>
                    <a:pt x="5574" y="7551"/>
                  </a:lnTo>
                  <a:lnTo>
                    <a:pt x="5658" y="7602"/>
                  </a:lnTo>
                  <a:lnTo>
                    <a:pt x="5740" y="7653"/>
                  </a:lnTo>
                  <a:lnTo>
                    <a:pt x="5950" y="7781"/>
                  </a:lnTo>
                  <a:lnTo>
                    <a:pt x="6146" y="7902"/>
                  </a:lnTo>
                  <a:lnTo>
                    <a:pt x="6332" y="8014"/>
                  </a:lnTo>
                  <a:lnTo>
                    <a:pt x="6505" y="8117"/>
                  </a:lnTo>
                  <a:lnTo>
                    <a:pt x="6588" y="8166"/>
                  </a:lnTo>
                  <a:lnTo>
                    <a:pt x="6668" y="8213"/>
                  </a:lnTo>
                  <a:lnTo>
                    <a:pt x="6746" y="8257"/>
                  </a:lnTo>
                  <a:lnTo>
                    <a:pt x="6823" y="8299"/>
                  </a:lnTo>
                  <a:lnTo>
                    <a:pt x="6896" y="8340"/>
                  </a:lnTo>
                  <a:lnTo>
                    <a:pt x="6968" y="8378"/>
                  </a:lnTo>
                  <a:lnTo>
                    <a:pt x="7037" y="8415"/>
                  </a:lnTo>
                  <a:lnTo>
                    <a:pt x="7105" y="8448"/>
                  </a:lnTo>
                  <a:lnTo>
                    <a:pt x="7170" y="8481"/>
                  </a:lnTo>
                  <a:lnTo>
                    <a:pt x="7235" y="8511"/>
                  </a:lnTo>
                  <a:lnTo>
                    <a:pt x="7298" y="8539"/>
                  </a:lnTo>
                  <a:lnTo>
                    <a:pt x="7359" y="8565"/>
                  </a:lnTo>
                  <a:lnTo>
                    <a:pt x="7419" y="8589"/>
                  </a:lnTo>
                  <a:lnTo>
                    <a:pt x="7478" y="8610"/>
                  </a:lnTo>
                  <a:lnTo>
                    <a:pt x="7535" y="8630"/>
                  </a:lnTo>
                  <a:lnTo>
                    <a:pt x="7591" y="8647"/>
                  </a:lnTo>
                  <a:lnTo>
                    <a:pt x="7646" y="8664"/>
                  </a:lnTo>
                  <a:lnTo>
                    <a:pt x="7701" y="8677"/>
                  </a:lnTo>
                  <a:lnTo>
                    <a:pt x="7755" y="8688"/>
                  </a:lnTo>
                  <a:lnTo>
                    <a:pt x="7809" y="8697"/>
                  </a:lnTo>
                  <a:lnTo>
                    <a:pt x="7861" y="8704"/>
                  </a:lnTo>
                  <a:lnTo>
                    <a:pt x="7913" y="8709"/>
                  </a:lnTo>
                  <a:lnTo>
                    <a:pt x="7965" y="8712"/>
                  </a:lnTo>
                  <a:lnTo>
                    <a:pt x="8016" y="8713"/>
                  </a:lnTo>
                  <a:lnTo>
                    <a:pt x="8067" y="8712"/>
                  </a:lnTo>
                  <a:lnTo>
                    <a:pt x="8119" y="8709"/>
                  </a:lnTo>
                  <a:lnTo>
                    <a:pt x="8171" y="8704"/>
                  </a:lnTo>
                  <a:lnTo>
                    <a:pt x="8223" y="8697"/>
                  </a:lnTo>
                  <a:lnTo>
                    <a:pt x="8277" y="8688"/>
                  </a:lnTo>
                  <a:lnTo>
                    <a:pt x="8331" y="8677"/>
                  </a:lnTo>
                  <a:lnTo>
                    <a:pt x="8386" y="8664"/>
                  </a:lnTo>
                  <a:lnTo>
                    <a:pt x="8441" y="8647"/>
                  </a:lnTo>
                  <a:lnTo>
                    <a:pt x="8497" y="8630"/>
                  </a:lnTo>
                  <a:lnTo>
                    <a:pt x="8554" y="8610"/>
                  </a:lnTo>
                  <a:lnTo>
                    <a:pt x="8613" y="8589"/>
                  </a:lnTo>
                  <a:lnTo>
                    <a:pt x="8673" y="8565"/>
                  </a:lnTo>
                  <a:lnTo>
                    <a:pt x="8734" y="8539"/>
                  </a:lnTo>
                  <a:lnTo>
                    <a:pt x="8797" y="8511"/>
                  </a:lnTo>
                  <a:lnTo>
                    <a:pt x="8862" y="8481"/>
                  </a:lnTo>
                  <a:lnTo>
                    <a:pt x="8927" y="8448"/>
                  </a:lnTo>
                  <a:lnTo>
                    <a:pt x="8995" y="8415"/>
                  </a:lnTo>
                  <a:lnTo>
                    <a:pt x="9064" y="8378"/>
                  </a:lnTo>
                  <a:lnTo>
                    <a:pt x="9136" y="8340"/>
                  </a:lnTo>
                  <a:lnTo>
                    <a:pt x="9209" y="8299"/>
                  </a:lnTo>
                  <a:lnTo>
                    <a:pt x="9286" y="8257"/>
                  </a:lnTo>
                  <a:lnTo>
                    <a:pt x="9364" y="8213"/>
                  </a:lnTo>
                  <a:lnTo>
                    <a:pt x="9444" y="8166"/>
                  </a:lnTo>
                  <a:lnTo>
                    <a:pt x="9527" y="8117"/>
                  </a:lnTo>
                  <a:lnTo>
                    <a:pt x="9700" y="8014"/>
                  </a:lnTo>
                  <a:lnTo>
                    <a:pt x="9886" y="7902"/>
                  </a:lnTo>
                  <a:lnTo>
                    <a:pt x="10082" y="7781"/>
                  </a:lnTo>
                  <a:lnTo>
                    <a:pt x="10292" y="7653"/>
                  </a:lnTo>
                  <a:lnTo>
                    <a:pt x="10374" y="7602"/>
                  </a:lnTo>
                  <a:lnTo>
                    <a:pt x="10458" y="7551"/>
                  </a:lnTo>
                  <a:lnTo>
                    <a:pt x="10543" y="7499"/>
                  </a:lnTo>
                  <a:lnTo>
                    <a:pt x="10631" y="7444"/>
                  </a:lnTo>
                  <a:lnTo>
                    <a:pt x="10721" y="7389"/>
                  </a:lnTo>
                  <a:lnTo>
                    <a:pt x="10814" y="7333"/>
                  </a:lnTo>
                  <a:lnTo>
                    <a:pt x="10908" y="7275"/>
                  </a:lnTo>
                  <a:lnTo>
                    <a:pt x="11005" y="7218"/>
                  </a:lnTo>
                  <a:lnTo>
                    <a:pt x="11103" y="7158"/>
                  </a:lnTo>
                  <a:lnTo>
                    <a:pt x="11204" y="7097"/>
                  </a:lnTo>
                  <a:lnTo>
                    <a:pt x="11308" y="7035"/>
                  </a:lnTo>
                  <a:lnTo>
                    <a:pt x="11413" y="6972"/>
                  </a:lnTo>
                  <a:lnTo>
                    <a:pt x="11521" y="6908"/>
                  </a:lnTo>
                  <a:lnTo>
                    <a:pt x="11631" y="6843"/>
                  </a:lnTo>
                  <a:lnTo>
                    <a:pt x="11743" y="6776"/>
                  </a:lnTo>
                  <a:lnTo>
                    <a:pt x="11859" y="6709"/>
                  </a:lnTo>
                  <a:lnTo>
                    <a:pt x="11977" y="6640"/>
                  </a:lnTo>
                  <a:lnTo>
                    <a:pt x="12092" y="6573"/>
                  </a:lnTo>
                  <a:lnTo>
                    <a:pt x="12204" y="6508"/>
                  </a:lnTo>
                  <a:lnTo>
                    <a:pt x="12315" y="6444"/>
                  </a:lnTo>
                  <a:lnTo>
                    <a:pt x="12422" y="6383"/>
                  </a:lnTo>
                  <a:lnTo>
                    <a:pt x="12527" y="6323"/>
                  </a:lnTo>
                  <a:lnTo>
                    <a:pt x="12629" y="6265"/>
                  </a:lnTo>
                  <a:lnTo>
                    <a:pt x="12729" y="6208"/>
                  </a:lnTo>
                  <a:lnTo>
                    <a:pt x="12827" y="6153"/>
                  </a:lnTo>
                  <a:lnTo>
                    <a:pt x="12922" y="6099"/>
                  </a:lnTo>
                  <a:lnTo>
                    <a:pt x="13015" y="6047"/>
                  </a:lnTo>
                  <a:lnTo>
                    <a:pt x="13106" y="5996"/>
                  </a:lnTo>
                  <a:lnTo>
                    <a:pt x="13195" y="5946"/>
                  </a:lnTo>
                  <a:lnTo>
                    <a:pt x="13282" y="5898"/>
                  </a:lnTo>
                  <a:lnTo>
                    <a:pt x="13367" y="5851"/>
                  </a:lnTo>
                  <a:lnTo>
                    <a:pt x="13449" y="5805"/>
                  </a:lnTo>
                  <a:lnTo>
                    <a:pt x="13664" y="5685"/>
                  </a:lnTo>
                  <a:lnTo>
                    <a:pt x="13865" y="5572"/>
                  </a:lnTo>
                  <a:lnTo>
                    <a:pt x="14053" y="5466"/>
                  </a:lnTo>
                  <a:lnTo>
                    <a:pt x="14228" y="5365"/>
                  </a:lnTo>
                  <a:lnTo>
                    <a:pt x="14312" y="5317"/>
                  </a:lnTo>
                  <a:lnTo>
                    <a:pt x="14392" y="5270"/>
                  </a:lnTo>
                  <a:lnTo>
                    <a:pt x="14469" y="5223"/>
                  </a:lnTo>
                  <a:lnTo>
                    <a:pt x="14543" y="5178"/>
                  </a:lnTo>
                  <a:lnTo>
                    <a:pt x="14614" y="5134"/>
                  </a:lnTo>
                  <a:lnTo>
                    <a:pt x="14683" y="5090"/>
                  </a:lnTo>
                  <a:lnTo>
                    <a:pt x="14749" y="5047"/>
                  </a:lnTo>
                  <a:lnTo>
                    <a:pt x="14812" y="5005"/>
                  </a:lnTo>
                  <a:lnTo>
                    <a:pt x="14873" y="4963"/>
                  </a:lnTo>
                  <a:lnTo>
                    <a:pt x="14931" y="4921"/>
                  </a:lnTo>
                  <a:lnTo>
                    <a:pt x="14986" y="4881"/>
                  </a:lnTo>
                  <a:lnTo>
                    <a:pt x="15038" y="4840"/>
                  </a:lnTo>
                  <a:lnTo>
                    <a:pt x="15089" y="4799"/>
                  </a:lnTo>
                  <a:lnTo>
                    <a:pt x="15136" y="4759"/>
                  </a:lnTo>
                  <a:lnTo>
                    <a:pt x="15182" y="4718"/>
                  </a:lnTo>
                  <a:lnTo>
                    <a:pt x="15225" y="4678"/>
                  </a:lnTo>
                  <a:lnTo>
                    <a:pt x="15266" y="4637"/>
                  </a:lnTo>
                  <a:lnTo>
                    <a:pt x="15305" y="4595"/>
                  </a:lnTo>
                  <a:lnTo>
                    <a:pt x="15342" y="4555"/>
                  </a:lnTo>
                  <a:lnTo>
                    <a:pt x="15376" y="4512"/>
                  </a:lnTo>
                  <a:lnTo>
                    <a:pt x="15409" y="4470"/>
                  </a:lnTo>
                  <a:lnTo>
                    <a:pt x="15439" y="4427"/>
                  </a:lnTo>
                  <a:lnTo>
                    <a:pt x="15467" y="4383"/>
                  </a:lnTo>
                  <a:lnTo>
                    <a:pt x="15494" y="4338"/>
                  </a:lnTo>
                  <a:lnTo>
                    <a:pt x="15519" y="4294"/>
                  </a:lnTo>
                  <a:lnTo>
                    <a:pt x="15542" y="4246"/>
                  </a:lnTo>
                  <a:lnTo>
                    <a:pt x="15563" y="4198"/>
                  </a:lnTo>
                  <a:lnTo>
                    <a:pt x="15583" y="4149"/>
                  </a:lnTo>
                  <a:lnTo>
                    <a:pt x="15602" y="4097"/>
                  </a:lnTo>
                  <a:lnTo>
                    <a:pt x="15619" y="4044"/>
                  </a:lnTo>
                  <a:lnTo>
                    <a:pt x="15635" y="3990"/>
                  </a:lnTo>
                  <a:lnTo>
                    <a:pt x="15649" y="3933"/>
                  </a:lnTo>
                  <a:lnTo>
                    <a:pt x="15662" y="3875"/>
                  </a:lnTo>
                  <a:lnTo>
                    <a:pt x="15674" y="3814"/>
                  </a:lnTo>
                  <a:lnTo>
                    <a:pt x="15685" y="3752"/>
                  </a:lnTo>
                  <a:lnTo>
                    <a:pt x="15694" y="3688"/>
                  </a:lnTo>
                  <a:lnTo>
                    <a:pt x="15703" y="3621"/>
                  </a:lnTo>
                  <a:lnTo>
                    <a:pt x="15710" y="3552"/>
                  </a:lnTo>
                  <a:lnTo>
                    <a:pt x="15716" y="3480"/>
                  </a:lnTo>
                  <a:lnTo>
                    <a:pt x="15722" y="3407"/>
                  </a:lnTo>
                  <a:lnTo>
                    <a:pt x="15727" y="3330"/>
                  </a:lnTo>
                  <a:lnTo>
                    <a:pt x="15730" y="3251"/>
                  </a:lnTo>
                  <a:lnTo>
                    <a:pt x="15733" y="3169"/>
                  </a:lnTo>
                  <a:lnTo>
                    <a:pt x="15736" y="3084"/>
                  </a:lnTo>
                  <a:lnTo>
                    <a:pt x="15737" y="2996"/>
                  </a:lnTo>
                  <a:lnTo>
                    <a:pt x="15738" y="2905"/>
                  </a:lnTo>
                  <a:lnTo>
                    <a:pt x="15739" y="2811"/>
                  </a:lnTo>
                  <a:lnTo>
                    <a:pt x="15738" y="2715"/>
                  </a:lnTo>
                  <a:lnTo>
                    <a:pt x="15737" y="2509"/>
                  </a:lnTo>
                  <a:lnTo>
                    <a:pt x="15734" y="2292"/>
                  </a:lnTo>
                  <a:lnTo>
                    <a:pt x="15729" y="2059"/>
                  </a:lnTo>
                  <a:lnTo>
                    <a:pt x="15724" y="1811"/>
                  </a:lnTo>
                  <a:lnTo>
                    <a:pt x="15722" y="1713"/>
                  </a:lnTo>
                  <a:lnTo>
                    <a:pt x="15720" y="1613"/>
                  </a:lnTo>
                  <a:lnTo>
                    <a:pt x="15718" y="1511"/>
                  </a:lnTo>
                  <a:lnTo>
                    <a:pt x="15716" y="1407"/>
                  </a:lnTo>
                  <a:lnTo>
                    <a:pt x="15714" y="1301"/>
                  </a:lnTo>
                  <a:lnTo>
                    <a:pt x="15712" y="1192"/>
                  </a:lnTo>
                  <a:lnTo>
                    <a:pt x="15710" y="1082"/>
                  </a:lnTo>
                  <a:lnTo>
                    <a:pt x="15708" y="970"/>
                  </a:lnTo>
                  <a:lnTo>
                    <a:pt x="15707" y="855"/>
                  </a:lnTo>
                  <a:lnTo>
                    <a:pt x="15705" y="738"/>
                  </a:lnTo>
                  <a:lnTo>
                    <a:pt x="15704" y="621"/>
                  </a:lnTo>
                  <a:lnTo>
                    <a:pt x="15703" y="500"/>
                  </a:lnTo>
                  <a:lnTo>
                    <a:pt x="15702" y="378"/>
                  </a:lnTo>
                  <a:lnTo>
                    <a:pt x="15701" y="254"/>
                  </a:lnTo>
                  <a:lnTo>
                    <a:pt x="15700" y="128"/>
                  </a:lnTo>
                  <a:lnTo>
                    <a:pt x="15700" y="0"/>
                  </a:lnTo>
                  <a:lnTo>
                    <a:pt x="15995" y="0"/>
                  </a:lnTo>
                  <a:lnTo>
                    <a:pt x="15995" y="136"/>
                  </a:lnTo>
                  <a:lnTo>
                    <a:pt x="15995" y="268"/>
                  </a:lnTo>
                  <a:lnTo>
                    <a:pt x="15996" y="397"/>
                  </a:lnTo>
                  <a:lnTo>
                    <a:pt x="15997" y="522"/>
                  </a:lnTo>
                  <a:lnTo>
                    <a:pt x="15998" y="645"/>
                  </a:lnTo>
                  <a:lnTo>
                    <a:pt x="15999" y="764"/>
                  </a:lnTo>
                  <a:lnTo>
                    <a:pt x="16001" y="879"/>
                  </a:lnTo>
                  <a:lnTo>
                    <a:pt x="16002" y="993"/>
                  </a:lnTo>
                  <a:lnTo>
                    <a:pt x="16004" y="1104"/>
                  </a:lnTo>
                  <a:lnTo>
                    <a:pt x="16006" y="1212"/>
                  </a:lnTo>
                  <a:lnTo>
                    <a:pt x="16008" y="1316"/>
                  </a:lnTo>
                  <a:lnTo>
                    <a:pt x="16010" y="1419"/>
                  </a:lnTo>
                  <a:lnTo>
                    <a:pt x="16012" y="1518"/>
                  </a:lnTo>
                  <a:lnTo>
                    <a:pt x="16014" y="1617"/>
                  </a:lnTo>
                  <a:lnTo>
                    <a:pt x="16016" y="1711"/>
                  </a:lnTo>
                  <a:lnTo>
                    <a:pt x="16017" y="1805"/>
                  </a:lnTo>
                  <a:lnTo>
                    <a:pt x="16023" y="2063"/>
                  </a:lnTo>
                  <a:lnTo>
                    <a:pt x="16027" y="2305"/>
                  </a:lnTo>
                  <a:lnTo>
                    <a:pt x="16030" y="2533"/>
                  </a:lnTo>
                  <a:lnTo>
                    <a:pt x="16032" y="2745"/>
                  </a:lnTo>
                  <a:lnTo>
                    <a:pt x="16032" y="2847"/>
                  </a:lnTo>
                  <a:lnTo>
                    <a:pt x="16031" y="2945"/>
                  </a:lnTo>
                  <a:lnTo>
                    <a:pt x="16030" y="3041"/>
                  </a:lnTo>
                  <a:lnTo>
                    <a:pt x="16028" y="3132"/>
                  </a:lnTo>
                  <a:lnTo>
                    <a:pt x="16025" y="3221"/>
                  </a:lnTo>
                  <a:lnTo>
                    <a:pt x="16022" y="3308"/>
                  </a:lnTo>
                  <a:lnTo>
                    <a:pt x="16017" y="3391"/>
                  </a:lnTo>
                  <a:lnTo>
                    <a:pt x="16012" y="3471"/>
                  </a:lnTo>
                  <a:lnTo>
                    <a:pt x="16005" y="3549"/>
                  </a:lnTo>
                  <a:lnTo>
                    <a:pt x="15997" y="3626"/>
                  </a:lnTo>
                  <a:lnTo>
                    <a:pt x="15989" y="3699"/>
                  </a:lnTo>
                  <a:lnTo>
                    <a:pt x="15979" y="3770"/>
                  </a:lnTo>
                  <a:lnTo>
                    <a:pt x="15968" y="3840"/>
                  </a:lnTo>
                  <a:lnTo>
                    <a:pt x="15956" y="3907"/>
                  </a:lnTo>
                  <a:lnTo>
                    <a:pt x="15942" y="3972"/>
                  </a:lnTo>
                  <a:lnTo>
                    <a:pt x="15927" y="4035"/>
                  </a:lnTo>
                  <a:lnTo>
                    <a:pt x="15910" y="4097"/>
                  </a:lnTo>
                  <a:lnTo>
                    <a:pt x="15892" y="4156"/>
                  </a:lnTo>
                  <a:lnTo>
                    <a:pt x="15872" y="4215"/>
                  </a:lnTo>
                  <a:lnTo>
                    <a:pt x="15851" y="4271"/>
                  </a:lnTo>
                  <a:lnTo>
                    <a:pt x="15828" y="4327"/>
                  </a:lnTo>
                  <a:lnTo>
                    <a:pt x="15803" y="4381"/>
                  </a:lnTo>
                  <a:lnTo>
                    <a:pt x="15776" y="4435"/>
                  </a:lnTo>
                  <a:lnTo>
                    <a:pt x="15747" y="4487"/>
                  </a:lnTo>
                  <a:lnTo>
                    <a:pt x="15717" y="4538"/>
                  </a:lnTo>
                  <a:lnTo>
                    <a:pt x="15685" y="4588"/>
                  </a:lnTo>
                  <a:lnTo>
                    <a:pt x="15651" y="4637"/>
                  </a:lnTo>
                  <a:lnTo>
                    <a:pt x="15615" y="4686"/>
                  </a:lnTo>
                  <a:lnTo>
                    <a:pt x="15577" y="4732"/>
                  </a:lnTo>
                  <a:lnTo>
                    <a:pt x="15537" y="4779"/>
                  </a:lnTo>
                  <a:lnTo>
                    <a:pt x="15495" y="4825"/>
                  </a:lnTo>
                  <a:lnTo>
                    <a:pt x="15451" y="4871"/>
                  </a:lnTo>
                  <a:lnTo>
                    <a:pt x="15404" y="4915"/>
                  </a:lnTo>
                  <a:lnTo>
                    <a:pt x="15356" y="4960"/>
                  </a:lnTo>
                  <a:lnTo>
                    <a:pt x="15305" y="5005"/>
                  </a:lnTo>
                  <a:lnTo>
                    <a:pt x="15250" y="5049"/>
                  </a:lnTo>
                  <a:lnTo>
                    <a:pt x="15194" y="5093"/>
                  </a:lnTo>
                  <a:lnTo>
                    <a:pt x="15136" y="5138"/>
                  </a:lnTo>
                  <a:lnTo>
                    <a:pt x="15075" y="5182"/>
                  </a:lnTo>
                  <a:lnTo>
                    <a:pt x="15012" y="5227"/>
                  </a:lnTo>
                  <a:lnTo>
                    <a:pt x="14945" y="5272"/>
                  </a:lnTo>
                  <a:lnTo>
                    <a:pt x="14877" y="5317"/>
                  </a:lnTo>
                  <a:lnTo>
                    <a:pt x="14805" y="5364"/>
                  </a:lnTo>
                  <a:lnTo>
                    <a:pt x="14729" y="5411"/>
                  </a:lnTo>
                  <a:lnTo>
                    <a:pt x="14652" y="5459"/>
                  </a:lnTo>
                  <a:lnTo>
                    <a:pt x="14572" y="5507"/>
                  </a:lnTo>
                  <a:lnTo>
                    <a:pt x="14488" y="5557"/>
                  </a:lnTo>
                  <a:lnTo>
                    <a:pt x="14402" y="5608"/>
                  </a:lnTo>
                  <a:lnTo>
                    <a:pt x="14218" y="5713"/>
                  </a:lnTo>
                  <a:lnTo>
                    <a:pt x="14023" y="5824"/>
                  </a:lnTo>
                  <a:lnTo>
                    <a:pt x="13814" y="5941"/>
                  </a:lnTo>
                  <a:lnTo>
                    <a:pt x="13590" y="6066"/>
                  </a:lnTo>
                  <a:lnTo>
                    <a:pt x="13505" y="6113"/>
                  </a:lnTo>
                  <a:lnTo>
                    <a:pt x="13418" y="6161"/>
                  </a:lnTo>
                  <a:lnTo>
                    <a:pt x="13329" y="6211"/>
                  </a:lnTo>
                  <a:lnTo>
                    <a:pt x="13238" y="6262"/>
                  </a:lnTo>
                  <a:lnTo>
                    <a:pt x="13145" y="6314"/>
                  </a:lnTo>
                  <a:lnTo>
                    <a:pt x="13051" y="6368"/>
                  </a:lnTo>
                  <a:lnTo>
                    <a:pt x="12954" y="6421"/>
                  </a:lnTo>
                  <a:lnTo>
                    <a:pt x="12856" y="6477"/>
                  </a:lnTo>
                  <a:lnTo>
                    <a:pt x="12755" y="6534"/>
                  </a:lnTo>
                  <a:lnTo>
                    <a:pt x="12653" y="6592"/>
                  </a:lnTo>
                  <a:lnTo>
                    <a:pt x="12550" y="6651"/>
                  </a:lnTo>
                  <a:lnTo>
                    <a:pt x="12444" y="6711"/>
                  </a:lnTo>
                  <a:lnTo>
                    <a:pt x="12337" y="6773"/>
                  </a:lnTo>
                  <a:lnTo>
                    <a:pt x="12227" y="6836"/>
                  </a:lnTo>
                  <a:lnTo>
                    <a:pt x="12117" y="6900"/>
                  </a:lnTo>
                  <a:lnTo>
                    <a:pt x="12005" y="6966"/>
                  </a:lnTo>
                  <a:lnTo>
                    <a:pt x="11890" y="7034"/>
                  </a:lnTo>
                  <a:lnTo>
                    <a:pt x="11778" y="7100"/>
                  </a:lnTo>
                  <a:lnTo>
                    <a:pt x="11667" y="7165"/>
                  </a:lnTo>
                  <a:lnTo>
                    <a:pt x="11560" y="7229"/>
                  </a:lnTo>
                  <a:lnTo>
                    <a:pt x="11455" y="7292"/>
                  </a:lnTo>
                  <a:lnTo>
                    <a:pt x="11352" y="7354"/>
                  </a:lnTo>
                  <a:lnTo>
                    <a:pt x="11251" y="7414"/>
                  </a:lnTo>
                  <a:lnTo>
                    <a:pt x="11153" y="7473"/>
                  </a:lnTo>
                  <a:lnTo>
                    <a:pt x="11057" y="7531"/>
                  </a:lnTo>
                  <a:lnTo>
                    <a:pt x="10963" y="7588"/>
                  </a:lnTo>
                  <a:lnTo>
                    <a:pt x="10872" y="7644"/>
                  </a:lnTo>
                  <a:lnTo>
                    <a:pt x="10782" y="7699"/>
                  </a:lnTo>
                  <a:lnTo>
                    <a:pt x="10694" y="7753"/>
                  </a:lnTo>
                  <a:lnTo>
                    <a:pt x="10608" y="7806"/>
                  </a:lnTo>
                  <a:lnTo>
                    <a:pt x="10525" y="7856"/>
                  </a:lnTo>
                  <a:lnTo>
                    <a:pt x="10443" y="7907"/>
                  </a:lnTo>
                  <a:lnTo>
                    <a:pt x="10224" y="8041"/>
                  </a:lnTo>
                  <a:lnTo>
                    <a:pt x="10020" y="8166"/>
                  </a:lnTo>
                  <a:lnTo>
                    <a:pt x="9828" y="8283"/>
                  </a:lnTo>
                  <a:lnTo>
                    <a:pt x="9646" y="8390"/>
                  </a:lnTo>
                  <a:lnTo>
                    <a:pt x="9559" y="8441"/>
                  </a:lnTo>
                  <a:lnTo>
                    <a:pt x="9475" y="8490"/>
                  </a:lnTo>
                  <a:lnTo>
                    <a:pt x="9393" y="8536"/>
                  </a:lnTo>
                  <a:lnTo>
                    <a:pt x="9314" y="8580"/>
                  </a:lnTo>
                  <a:lnTo>
                    <a:pt x="9235" y="8622"/>
                  </a:lnTo>
                  <a:lnTo>
                    <a:pt x="9160" y="8663"/>
                  </a:lnTo>
                  <a:lnTo>
                    <a:pt x="9087" y="8700"/>
                  </a:lnTo>
                  <a:lnTo>
                    <a:pt x="9015" y="8736"/>
                  </a:lnTo>
                  <a:lnTo>
                    <a:pt x="8945" y="8769"/>
                  </a:lnTo>
                  <a:lnTo>
                    <a:pt x="8877" y="8801"/>
                  </a:lnTo>
                  <a:lnTo>
                    <a:pt x="8810" y="8829"/>
                  </a:lnTo>
                  <a:lnTo>
                    <a:pt x="8743" y="8857"/>
                  </a:lnTo>
                  <a:lnTo>
                    <a:pt x="8678" y="8881"/>
                  </a:lnTo>
                  <a:lnTo>
                    <a:pt x="8615" y="8904"/>
                  </a:lnTo>
                  <a:lnTo>
                    <a:pt x="8553" y="8925"/>
                  </a:lnTo>
                  <a:lnTo>
                    <a:pt x="8491" y="8943"/>
                  </a:lnTo>
                  <a:lnTo>
                    <a:pt x="8431" y="8959"/>
                  </a:lnTo>
                  <a:lnTo>
                    <a:pt x="8370" y="8973"/>
                  </a:lnTo>
                  <a:lnTo>
                    <a:pt x="8311" y="8985"/>
                  </a:lnTo>
                  <a:lnTo>
                    <a:pt x="8251" y="8995"/>
                  </a:lnTo>
                  <a:lnTo>
                    <a:pt x="8192" y="9002"/>
                  </a:lnTo>
                  <a:lnTo>
                    <a:pt x="8133" y="9008"/>
                  </a:lnTo>
                  <a:lnTo>
                    <a:pt x="8075" y="9011"/>
                  </a:lnTo>
                  <a:lnTo>
                    <a:pt x="8016" y="9012"/>
                  </a:lnTo>
                  <a:lnTo>
                    <a:pt x="7957" y="9011"/>
                  </a:lnTo>
                  <a:lnTo>
                    <a:pt x="7899" y="9008"/>
                  </a:lnTo>
                  <a:lnTo>
                    <a:pt x="7840" y="9002"/>
                  </a:lnTo>
                  <a:lnTo>
                    <a:pt x="7781" y="8995"/>
                  </a:lnTo>
                  <a:lnTo>
                    <a:pt x="7721" y="8985"/>
                  </a:lnTo>
                  <a:lnTo>
                    <a:pt x="7662" y="8973"/>
                  </a:lnTo>
                  <a:lnTo>
                    <a:pt x="7601" y="8959"/>
                  </a:lnTo>
                  <a:lnTo>
                    <a:pt x="7541" y="8943"/>
                  </a:lnTo>
                  <a:lnTo>
                    <a:pt x="7479" y="8925"/>
                  </a:lnTo>
                  <a:lnTo>
                    <a:pt x="7417" y="8904"/>
                  </a:lnTo>
                  <a:lnTo>
                    <a:pt x="7354" y="8881"/>
                  </a:lnTo>
                  <a:lnTo>
                    <a:pt x="7289" y="8857"/>
                  </a:lnTo>
                  <a:lnTo>
                    <a:pt x="7222" y="8829"/>
                  </a:lnTo>
                  <a:lnTo>
                    <a:pt x="7155" y="8801"/>
                  </a:lnTo>
                  <a:lnTo>
                    <a:pt x="7087" y="8769"/>
                  </a:lnTo>
                  <a:lnTo>
                    <a:pt x="7017" y="8736"/>
                  </a:lnTo>
                  <a:lnTo>
                    <a:pt x="6945" y="8700"/>
                  </a:lnTo>
                  <a:lnTo>
                    <a:pt x="6872" y="8663"/>
                  </a:lnTo>
                  <a:lnTo>
                    <a:pt x="6797" y="8622"/>
                  </a:lnTo>
                  <a:lnTo>
                    <a:pt x="6718" y="8580"/>
                  </a:lnTo>
                  <a:lnTo>
                    <a:pt x="6639" y="8536"/>
                  </a:lnTo>
                  <a:lnTo>
                    <a:pt x="6557" y="8490"/>
                  </a:lnTo>
                  <a:lnTo>
                    <a:pt x="6473" y="8441"/>
                  </a:lnTo>
                  <a:lnTo>
                    <a:pt x="6386" y="8390"/>
                  </a:lnTo>
                  <a:lnTo>
                    <a:pt x="6204" y="8283"/>
                  </a:lnTo>
                  <a:lnTo>
                    <a:pt x="6012" y="8166"/>
                  </a:lnTo>
                  <a:lnTo>
                    <a:pt x="5808" y="8041"/>
                  </a:lnTo>
                  <a:lnTo>
                    <a:pt x="5589" y="7907"/>
                  </a:lnTo>
                  <a:lnTo>
                    <a:pt x="5507" y="7856"/>
                  </a:lnTo>
                  <a:lnTo>
                    <a:pt x="5424" y="7806"/>
                  </a:lnTo>
                  <a:lnTo>
                    <a:pt x="5338" y="7753"/>
                  </a:lnTo>
                  <a:lnTo>
                    <a:pt x="5250" y="7699"/>
                  </a:lnTo>
                  <a:lnTo>
                    <a:pt x="5160" y="7644"/>
                  </a:lnTo>
                  <a:lnTo>
                    <a:pt x="5069" y="7588"/>
                  </a:lnTo>
                  <a:lnTo>
                    <a:pt x="4975" y="7531"/>
                  </a:lnTo>
                  <a:lnTo>
                    <a:pt x="4879" y="7473"/>
                  </a:lnTo>
                  <a:lnTo>
                    <a:pt x="4781" y="7414"/>
                  </a:lnTo>
                  <a:lnTo>
                    <a:pt x="4680" y="7354"/>
                  </a:lnTo>
                  <a:lnTo>
                    <a:pt x="4577" y="7292"/>
                  </a:lnTo>
                  <a:lnTo>
                    <a:pt x="4472" y="7229"/>
                  </a:lnTo>
                  <a:lnTo>
                    <a:pt x="4365" y="7165"/>
                  </a:lnTo>
                  <a:lnTo>
                    <a:pt x="4254" y="7100"/>
                  </a:lnTo>
                  <a:lnTo>
                    <a:pt x="4142" y="7034"/>
                  </a:lnTo>
                  <a:lnTo>
                    <a:pt x="4027" y="6966"/>
                  </a:lnTo>
                  <a:lnTo>
                    <a:pt x="3915" y="6900"/>
                  </a:lnTo>
                  <a:lnTo>
                    <a:pt x="3805" y="6836"/>
                  </a:lnTo>
                  <a:lnTo>
                    <a:pt x="3695" y="6773"/>
                  </a:lnTo>
                  <a:lnTo>
                    <a:pt x="3588" y="6711"/>
                  </a:lnTo>
                  <a:lnTo>
                    <a:pt x="3482" y="6651"/>
                  </a:lnTo>
                  <a:lnTo>
                    <a:pt x="3379" y="6592"/>
                  </a:lnTo>
                  <a:lnTo>
                    <a:pt x="3277" y="6534"/>
                  </a:lnTo>
                  <a:lnTo>
                    <a:pt x="3176" y="6477"/>
                  </a:lnTo>
                  <a:lnTo>
                    <a:pt x="3078" y="6421"/>
                  </a:lnTo>
                  <a:lnTo>
                    <a:pt x="2981" y="6368"/>
                  </a:lnTo>
                  <a:lnTo>
                    <a:pt x="2887" y="6314"/>
                  </a:lnTo>
                  <a:lnTo>
                    <a:pt x="2794" y="6262"/>
                  </a:lnTo>
                  <a:lnTo>
                    <a:pt x="2703" y="6211"/>
                  </a:lnTo>
                  <a:lnTo>
                    <a:pt x="2614" y="6161"/>
                  </a:lnTo>
                  <a:lnTo>
                    <a:pt x="2527" y="6113"/>
                  </a:lnTo>
                  <a:lnTo>
                    <a:pt x="2442" y="6066"/>
                  </a:lnTo>
                  <a:lnTo>
                    <a:pt x="2218" y="5941"/>
                  </a:lnTo>
                  <a:lnTo>
                    <a:pt x="2009" y="5824"/>
                  </a:lnTo>
                  <a:lnTo>
                    <a:pt x="1814" y="5713"/>
                  </a:lnTo>
                  <a:lnTo>
                    <a:pt x="1630" y="5608"/>
                  </a:lnTo>
                  <a:lnTo>
                    <a:pt x="1544" y="5557"/>
                  </a:lnTo>
                  <a:lnTo>
                    <a:pt x="1460" y="5507"/>
                  </a:lnTo>
                  <a:lnTo>
                    <a:pt x="1380" y="5459"/>
                  </a:lnTo>
                  <a:lnTo>
                    <a:pt x="1303" y="5411"/>
                  </a:lnTo>
                  <a:lnTo>
                    <a:pt x="1227" y="5364"/>
                  </a:lnTo>
                  <a:lnTo>
                    <a:pt x="1155" y="5317"/>
                  </a:lnTo>
                  <a:lnTo>
                    <a:pt x="1087" y="5272"/>
                  </a:lnTo>
                  <a:lnTo>
                    <a:pt x="1020" y="5227"/>
                  </a:lnTo>
                  <a:lnTo>
                    <a:pt x="957" y="5182"/>
                  </a:lnTo>
                  <a:lnTo>
                    <a:pt x="896" y="5138"/>
                  </a:lnTo>
                  <a:lnTo>
                    <a:pt x="838" y="5093"/>
                  </a:lnTo>
                  <a:lnTo>
                    <a:pt x="782" y="5049"/>
                  </a:lnTo>
                  <a:lnTo>
                    <a:pt x="727" y="5005"/>
                  </a:lnTo>
                  <a:lnTo>
                    <a:pt x="676" y="4960"/>
                  </a:lnTo>
                  <a:lnTo>
                    <a:pt x="628" y="4915"/>
                  </a:lnTo>
                  <a:lnTo>
                    <a:pt x="581" y="4871"/>
                  </a:lnTo>
                  <a:lnTo>
                    <a:pt x="537" y="4825"/>
                  </a:lnTo>
                  <a:lnTo>
                    <a:pt x="495" y="4779"/>
                  </a:lnTo>
                  <a:lnTo>
                    <a:pt x="455" y="4732"/>
                  </a:lnTo>
                  <a:lnTo>
                    <a:pt x="417" y="4686"/>
                  </a:lnTo>
                  <a:lnTo>
                    <a:pt x="381" y="4637"/>
                  </a:lnTo>
                  <a:lnTo>
                    <a:pt x="347" y="4588"/>
                  </a:lnTo>
                  <a:lnTo>
                    <a:pt x="315" y="4538"/>
                  </a:lnTo>
                  <a:lnTo>
                    <a:pt x="285" y="4487"/>
                  </a:lnTo>
                  <a:lnTo>
                    <a:pt x="256" y="4435"/>
                  </a:lnTo>
                  <a:lnTo>
                    <a:pt x="229" y="4381"/>
                  </a:lnTo>
                  <a:lnTo>
                    <a:pt x="204" y="4327"/>
                  </a:lnTo>
                  <a:lnTo>
                    <a:pt x="181" y="4271"/>
                  </a:lnTo>
                  <a:lnTo>
                    <a:pt x="160" y="4215"/>
                  </a:lnTo>
                  <a:lnTo>
                    <a:pt x="140" y="4156"/>
                  </a:lnTo>
                  <a:lnTo>
                    <a:pt x="122" y="4097"/>
                  </a:lnTo>
                  <a:lnTo>
                    <a:pt x="105" y="4035"/>
                  </a:lnTo>
                  <a:lnTo>
                    <a:pt x="90" y="3972"/>
                  </a:lnTo>
                  <a:lnTo>
                    <a:pt x="76" y="3907"/>
                  </a:lnTo>
                  <a:lnTo>
                    <a:pt x="64" y="3840"/>
                  </a:lnTo>
                  <a:lnTo>
                    <a:pt x="53" y="3770"/>
                  </a:lnTo>
                  <a:lnTo>
                    <a:pt x="43" y="3699"/>
                  </a:lnTo>
                  <a:lnTo>
                    <a:pt x="35" y="3626"/>
                  </a:lnTo>
                  <a:lnTo>
                    <a:pt x="27" y="3549"/>
                  </a:lnTo>
                  <a:lnTo>
                    <a:pt x="20" y="3471"/>
                  </a:lnTo>
                  <a:lnTo>
                    <a:pt x="15" y="3391"/>
                  </a:lnTo>
                  <a:lnTo>
                    <a:pt x="10" y="3308"/>
                  </a:lnTo>
                  <a:lnTo>
                    <a:pt x="7" y="3221"/>
                  </a:lnTo>
                  <a:lnTo>
                    <a:pt x="4" y="3132"/>
                  </a:lnTo>
                  <a:lnTo>
                    <a:pt x="2" y="3041"/>
                  </a:lnTo>
                  <a:lnTo>
                    <a:pt x="1" y="2945"/>
                  </a:lnTo>
                  <a:lnTo>
                    <a:pt x="0" y="2847"/>
                  </a:lnTo>
                  <a:lnTo>
                    <a:pt x="0" y="2745"/>
                  </a:lnTo>
                  <a:lnTo>
                    <a:pt x="2" y="2533"/>
                  </a:lnTo>
                  <a:lnTo>
                    <a:pt x="5" y="2305"/>
                  </a:lnTo>
                  <a:lnTo>
                    <a:pt x="9" y="2063"/>
                  </a:lnTo>
                  <a:lnTo>
                    <a:pt x="15" y="1805"/>
                  </a:lnTo>
                  <a:lnTo>
                    <a:pt x="16" y="1712"/>
                  </a:lnTo>
                  <a:lnTo>
                    <a:pt x="18" y="1617"/>
                  </a:lnTo>
                  <a:lnTo>
                    <a:pt x="20" y="1518"/>
                  </a:lnTo>
                  <a:lnTo>
                    <a:pt x="22" y="1419"/>
                  </a:lnTo>
                  <a:lnTo>
                    <a:pt x="24" y="1316"/>
                  </a:lnTo>
                  <a:lnTo>
                    <a:pt x="26" y="1212"/>
                  </a:lnTo>
                  <a:lnTo>
                    <a:pt x="28" y="1104"/>
                  </a:lnTo>
                  <a:lnTo>
                    <a:pt x="30" y="993"/>
                  </a:lnTo>
                  <a:lnTo>
                    <a:pt x="31" y="879"/>
                  </a:lnTo>
                  <a:lnTo>
                    <a:pt x="33" y="764"/>
                  </a:lnTo>
                  <a:lnTo>
                    <a:pt x="34" y="645"/>
                  </a:lnTo>
                  <a:lnTo>
                    <a:pt x="35" y="522"/>
                  </a:lnTo>
                  <a:lnTo>
                    <a:pt x="36" y="397"/>
                  </a:lnTo>
                  <a:lnTo>
                    <a:pt x="37" y="268"/>
                  </a:lnTo>
                  <a:lnTo>
                    <a:pt x="37" y="136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49000">
                  <a:schemeClr val="accent3"/>
                </a:gs>
                <a:gs pos="23000">
                  <a:schemeClr val="accent2"/>
                </a:gs>
                <a:gs pos="0">
                  <a:schemeClr val="accent1"/>
                </a:gs>
                <a:gs pos="97345">
                  <a:schemeClr val="accent6"/>
                </a:gs>
                <a:gs pos="76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3">
                  <a:alpha val="10000"/>
                </a:schemeClr>
              </a:glow>
              <a:outerShdw blurRad="330200" sx="102000" sy="102000" algn="ctr" rotWithShape="0">
                <a:prstClr val="black">
                  <a:alpha val="57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6" name="Freeform 13">
              <a:extLst>
                <a:ext uri="{FF2B5EF4-FFF2-40B4-BE49-F238E27FC236}">
                  <a16:creationId xmlns:a16="http://schemas.microsoft.com/office/drawing/2014/main" id="{9D7743BC-030F-4AF6-BA8D-CD923F844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577" y="4207591"/>
              <a:ext cx="3163932" cy="1778526"/>
            </a:xfrm>
            <a:custGeom>
              <a:avLst/>
              <a:gdLst>
                <a:gd name="T0" fmla="*/ 325 w 16032"/>
                <a:gd name="T1" fmla="*/ 855 h 9012"/>
                <a:gd name="T2" fmla="*/ 308 w 16032"/>
                <a:gd name="T3" fmla="*/ 1811 h 9012"/>
                <a:gd name="T4" fmla="*/ 299 w 16032"/>
                <a:gd name="T5" fmla="*/ 3169 h 9012"/>
                <a:gd name="T6" fmla="*/ 358 w 16032"/>
                <a:gd name="T7" fmla="*/ 3814 h 9012"/>
                <a:gd name="T8" fmla="*/ 513 w 16032"/>
                <a:gd name="T9" fmla="*/ 4294 h 9012"/>
                <a:gd name="T10" fmla="*/ 807 w 16032"/>
                <a:gd name="T11" fmla="*/ 4678 h 9012"/>
                <a:gd name="T12" fmla="*/ 1283 w 16032"/>
                <a:gd name="T13" fmla="*/ 5047 h 9012"/>
                <a:gd name="T14" fmla="*/ 2167 w 16032"/>
                <a:gd name="T15" fmla="*/ 5572 h 9012"/>
                <a:gd name="T16" fmla="*/ 3205 w 16032"/>
                <a:gd name="T17" fmla="*/ 6153 h 9012"/>
                <a:gd name="T18" fmla="*/ 4173 w 16032"/>
                <a:gd name="T19" fmla="*/ 6709 h 9012"/>
                <a:gd name="T20" fmla="*/ 5124 w 16032"/>
                <a:gd name="T21" fmla="*/ 7275 h 9012"/>
                <a:gd name="T22" fmla="*/ 6146 w 16032"/>
                <a:gd name="T23" fmla="*/ 7902 h 9012"/>
                <a:gd name="T24" fmla="*/ 7037 w 16032"/>
                <a:gd name="T25" fmla="*/ 8415 h 9012"/>
                <a:gd name="T26" fmla="*/ 7591 w 16032"/>
                <a:gd name="T27" fmla="*/ 8647 h 9012"/>
                <a:gd name="T28" fmla="*/ 8067 w 16032"/>
                <a:gd name="T29" fmla="*/ 8712 h 9012"/>
                <a:gd name="T30" fmla="*/ 8554 w 16032"/>
                <a:gd name="T31" fmla="*/ 8610 h 9012"/>
                <a:gd name="T32" fmla="*/ 9136 w 16032"/>
                <a:gd name="T33" fmla="*/ 8340 h 9012"/>
                <a:gd name="T34" fmla="*/ 10292 w 16032"/>
                <a:gd name="T35" fmla="*/ 7653 h 9012"/>
                <a:gd name="T36" fmla="*/ 11103 w 16032"/>
                <a:gd name="T37" fmla="*/ 7158 h 9012"/>
                <a:gd name="T38" fmla="*/ 12092 w 16032"/>
                <a:gd name="T39" fmla="*/ 6573 h 9012"/>
                <a:gd name="T40" fmla="*/ 13015 w 16032"/>
                <a:gd name="T41" fmla="*/ 6047 h 9012"/>
                <a:gd name="T42" fmla="*/ 14228 w 16032"/>
                <a:gd name="T43" fmla="*/ 5365 h 9012"/>
                <a:gd name="T44" fmla="*/ 14873 w 16032"/>
                <a:gd name="T45" fmla="*/ 4963 h 9012"/>
                <a:gd name="T46" fmla="*/ 15305 w 16032"/>
                <a:gd name="T47" fmla="*/ 4595 h 9012"/>
                <a:gd name="T48" fmla="*/ 15563 w 16032"/>
                <a:gd name="T49" fmla="*/ 4198 h 9012"/>
                <a:gd name="T50" fmla="*/ 15694 w 16032"/>
                <a:gd name="T51" fmla="*/ 3688 h 9012"/>
                <a:gd name="T52" fmla="*/ 15737 w 16032"/>
                <a:gd name="T53" fmla="*/ 2996 h 9012"/>
                <a:gd name="T54" fmla="*/ 15720 w 16032"/>
                <a:gd name="T55" fmla="*/ 1613 h 9012"/>
                <a:gd name="T56" fmla="*/ 15704 w 16032"/>
                <a:gd name="T57" fmla="*/ 621 h 9012"/>
                <a:gd name="T58" fmla="*/ 15996 w 16032"/>
                <a:gd name="T59" fmla="*/ 397 h 9012"/>
                <a:gd name="T60" fmla="*/ 16010 w 16032"/>
                <a:gd name="T61" fmla="*/ 1419 h 9012"/>
                <a:gd name="T62" fmla="*/ 16032 w 16032"/>
                <a:gd name="T63" fmla="*/ 2847 h 9012"/>
                <a:gd name="T64" fmla="*/ 15997 w 16032"/>
                <a:gd name="T65" fmla="*/ 3626 h 9012"/>
                <a:gd name="T66" fmla="*/ 15872 w 16032"/>
                <a:gd name="T67" fmla="*/ 4215 h 9012"/>
                <a:gd name="T68" fmla="*/ 15615 w 16032"/>
                <a:gd name="T69" fmla="*/ 4686 h 9012"/>
                <a:gd name="T70" fmla="*/ 15194 w 16032"/>
                <a:gd name="T71" fmla="*/ 5093 h 9012"/>
                <a:gd name="T72" fmla="*/ 14572 w 16032"/>
                <a:gd name="T73" fmla="*/ 5507 h 9012"/>
                <a:gd name="T74" fmla="*/ 13329 w 16032"/>
                <a:gd name="T75" fmla="*/ 6211 h 9012"/>
                <a:gd name="T76" fmla="*/ 12444 w 16032"/>
                <a:gd name="T77" fmla="*/ 6711 h 9012"/>
                <a:gd name="T78" fmla="*/ 11455 w 16032"/>
                <a:gd name="T79" fmla="*/ 7292 h 9012"/>
                <a:gd name="T80" fmla="*/ 10608 w 16032"/>
                <a:gd name="T81" fmla="*/ 7806 h 9012"/>
                <a:gd name="T82" fmla="*/ 9393 w 16032"/>
                <a:gd name="T83" fmla="*/ 8536 h 9012"/>
                <a:gd name="T84" fmla="*/ 8743 w 16032"/>
                <a:gd name="T85" fmla="*/ 8857 h 9012"/>
                <a:gd name="T86" fmla="*/ 8192 w 16032"/>
                <a:gd name="T87" fmla="*/ 9002 h 9012"/>
                <a:gd name="T88" fmla="*/ 7662 w 16032"/>
                <a:gd name="T89" fmla="*/ 8973 h 9012"/>
                <a:gd name="T90" fmla="*/ 7087 w 16032"/>
                <a:gd name="T91" fmla="*/ 8769 h 9012"/>
                <a:gd name="T92" fmla="*/ 6386 w 16032"/>
                <a:gd name="T93" fmla="*/ 8390 h 9012"/>
                <a:gd name="T94" fmla="*/ 5160 w 16032"/>
                <a:gd name="T95" fmla="*/ 7644 h 9012"/>
                <a:gd name="T96" fmla="*/ 4254 w 16032"/>
                <a:gd name="T97" fmla="*/ 7100 h 9012"/>
                <a:gd name="T98" fmla="*/ 3277 w 16032"/>
                <a:gd name="T99" fmla="*/ 6534 h 9012"/>
                <a:gd name="T100" fmla="*/ 2442 w 16032"/>
                <a:gd name="T101" fmla="*/ 6066 h 9012"/>
                <a:gd name="T102" fmla="*/ 1227 w 16032"/>
                <a:gd name="T103" fmla="*/ 5364 h 9012"/>
                <a:gd name="T104" fmla="*/ 676 w 16032"/>
                <a:gd name="T105" fmla="*/ 4960 h 9012"/>
                <a:gd name="T106" fmla="*/ 315 w 16032"/>
                <a:gd name="T107" fmla="*/ 4538 h 9012"/>
                <a:gd name="T108" fmla="*/ 105 w 16032"/>
                <a:gd name="T109" fmla="*/ 4035 h 9012"/>
                <a:gd name="T110" fmla="*/ 15 w 16032"/>
                <a:gd name="T111" fmla="*/ 3391 h 9012"/>
                <a:gd name="T112" fmla="*/ 5 w 16032"/>
                <a:gd name="T113" fmla="*/ 2305 h 9012"/>
                <a:gd name="T114" fmla="*/ 28 w 16032"/>
                <a:gd name="T115" fmla="*/ 1104 h 9012"/>
                <a:gd name="T116" fmla="*/ 37 w 16032"/>
                <a:gd name="T117" fmla="*/ 0 h 90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032" h="9012">
                  <a:moveTo>
                    <a:pt x="37" y="0"/>
                  </a:moveTo>
                  <a:lnTo>
                    <a:pt x="332" y="0"/>
                  </a:lnTo>
                  <a:lnTo>
                    <a:pt x="332" y="128"/>
                  </a:lnTo>
                  <a:lnTo>
                    <a:pt x="331" y="254"/>
                  </a:lnTo>
                  <a:lnTo>
                    <a:pt x="330" y="378"/>
                  </a:lnTo>
                  <a:lnTo>
                    <a:pt x="329" y="500"/>
                  </a:lnTo>
                  <a:lnTo>
                    <a:pt x="328" y="621"/>
                  </a:lnTo>
                  <a:lnTo>
                    <a:pt x="327" y="738"/>
                  </a:lnTo>
                  <a:lnTo>
                    <a:pt x="325" y="855"/>
                  </a:lnTo>
                  <a:lnTo>
                    <a:pt x="324" y="970"/>
                  </a:lnTo>
                  <a:lnTo>
                    <a:pt x="322" y="1082"/>
                  </a:lnTo>
                  <a:lnTo>
                    <a:pt x="320" y="1192"/>
                  </a:lnTo>
                  <a:lnTo>
                    <a:pt x="318" y="1301"/>
                  </a:lnTo>
                  <a:lnTo>
                    <a:pt x="316" y="1407"/>
                  </a:lnTo>
                  <a:lnTo>
                    <a:pt x="314" y="1511"/>
                  </a:lnTo>
                  <a:lnTo>
                    <a:pt x="312" y="1613"/>
                  </a:lnTo>
                  <a:lnTo>
                    <a:pt x="310" y="1713"/>
                  </a:lnTo>
                  <a:lnTo>
                    <a:pt x="308" y="1811"/>
                  </a:lnTo>
                  <a:lnTo>
                    <a:pt x="303" y="2059"/>
                  </a:lnTo>
                  <a:lnTo>
                    <a:pt x="298" y="2292"/>
                  </a:lnTo>
                  <a:lnTo>
                    <a:pt x="295" y="2509"/>
                  </a:lnTo>
                  <a:lnTo>
                    <a:pt x="294" y="2715"/>
                  </a:lnTo>
                  <a:lnTo>
                    <a:pt x="293" y="2811"/>
                  </a:lnTo>
                  <a:lnTo>
                    <a:pt x="294" y="2905"/>
                  </a:lnTo>
                  <a:lnTo>
                    <a:pt x="295" y="2996"/>
                  </a:lnTo>
                  <a:lnTo>
                    <a:pt x="296" y="3084"/>
                  </a:lnTo>
                  <a:lnTo>
                    <a:pt x="299" y="3169"/>
                  </a:lnTo>
                  <a:lnTo>
                    <a:pt x="302" y="3251"/>
                  </a:lnTo>
                  <a:lnTo>
                    <a:pt x="305" y="3330"/>
                  </a:lnTo>
                  <a:lnTo>
                    <a:pt x="310" y="3407"/>
                  </a:lnTo>
                  <a:lnTo>
                    <a:pt x="316" y="3480"/>
                  </a:lnTo>
                  <a:lnTo>
                    <a:pt x="322" y="3552"/>
                  </a:lnTo>
                  <a:lnTo>
                    <a:pt x="329" y="3621"/>
                  </a:lnTo>
                  <a:lnTo>
                    <a:pt x="338" y="3688"/>
                  </a:lnTo>
                  <a:lnTo>
                    <a:pt x="347" y="3752"/>
                  </a:lnTo>
                  <a:lnTo>
                    <a:pt x="358" y="3814"/>
                  </a:lnTo>
                  <a:lnTo>
                    <a:pt x="370" y="3875"/>
                  </a:lnTo>
                  <a:lnTo>
                    <a:pt x="383" y="3933"/>
                  </a:lnTo>
                  <a:lnTo>
                    <a:pt x="397" y="3990"/>
                  </a:lnTo>
                  <a:lnTo>
                    <a:pt x="413" y="4044"/>
                  </a:lnTo>
                  <a:lnTo>
                    <a:pt x="430" y="4097"/>
                  </a:lnTo>
                  <a:lnTo>
                    <a:pt x="449" y="4149"/>
                  </a:lnTo>
                  <a:lnTo>
                    <a:pt x="469" y="4198"/>
                  </a:lnTo>
                  <a:lnTo>
                    <a:pt x="490" y="4246"/>
                  </a:lnTo>
                  <a:lnTo>
                    <a:pt x="513" y="4294"/>
                  </a:lnTo>
                  <a:lnTo>
                    <a:pt x="538" y="4338"/>
                  </a:lnTo>
                  <a:lnTo>
                    <a:pt x="565" y="4383"/>
                  </a:lnTo>
                  <a:lnTo>
                    <a:pt x="593" y="4427"/>
                  </a:lnTo>
                  <a:lnTo>
                    <a:pt x="623" y="4470"/>
                  </a:lnTo>
                  <a:lnTo>
                    <a:pt x="656" y="4512"/>
                  </a:lnTo>
                  <a:lnTo>
                    <a:pt x="690" y="4555"/>
                  </a:lnTo>
                  <a:lnTo>
                    <a:pt x="727" y="4595"/>
                  </a:lnTo>
                  <a:lnTo>
                    <a:pt x="766" y="4637"/>
                  </a:lnTo>
                  <a:lnTo>
                    <a:pt x="807" y="4678"/>
                  </a:lnTo>
                  <a:lnTo>
                    <a:pt x="850" y="4718"/>
                  </a:lnTo>
                  <a:lnTo>
                    <a:pt x="896" y="4759"/>
                  </a:lnTo>
                  <a:lnTo>
                    <a:pt x="943" y="4799"/>
                  </a:lnTo>
                  <a:lnTo>
                    <a:pt x="994" y="4840"/>
                  </a:lnTo>
                  <a:lnTo>
                    <a:pt x="1046" y="4881"/>
                  </a:lnTo>
                  <a:lnTo>
                    <a:pt x="1101" y="4921"/>
                  </a:lnTo>
                  <a:lnTo>
                    <a:pt x="1159" y="4963"/>
                  </a:lnTo>
                  <a:lnTo>
                    <a:pt x="1220" y="5005"/>
                  </a:lnTo>
                  <a:lnTo>
                    <a:pt x="1283" y="5047"/>
                  </a:lnTo>
                  <a:lnTo>
                    <a:pt x="1349" y="5090"/>
                  </a:lnTo>
                  <a:lnTo>
                    <a:pt x="1418" y="5134"/>
                  </a:lnTo>
                  <a:lnTo>
                    <a:pt x="1489" y="5178"/>
                  </a:lnTo>
                  <a:lnTo>
                    <a:pt x="1563" y="5223"/>
                  </a:lnTo>
                  <a:lnTo>
                    <a:pt x="1640" y="5270"/>
                  </a:lnTo>
                  <a:lnTo>
                    <a:pt x="1720" y="5317"/>
                  </a:lnTo>
                  <a:lnTo>
                    <a:pt x="1804" y="5365"/>
                  </a:lnTo>
                  <a:lnTo>
                    <a:pt x="1979" y="5466"/>
                  </a:lnTo>
                  <a:lnTo>
                    <a:pt x="2167" y="5572"/>
                  </a:lnTo>
                  <a:lnTo>
                    <a:pt x="2368" y="5685"/>
                  </a:lnTo>
                  <a:lnTo>
                    <a:pt x="2583" y="5805"/>
                  </a:lnTo>
                  <a:lnTo>
                    <a:pt x="2665" y="5851"/>
                  </a:lnTo>
                  <a:lnTo>
                    <a:pt x="2750" y="5898"/>
                  </a:lnTo>
                  <a:lnTo>
                    <a:pt x="2837" y="5946"/>
                  </a:lnTo>
                  <a:lnTo>
                    <a:pt x="2926" y="5996"/>
                  </a:lnTo>
                  <a:lnTo>
                    <a:pt x="3017" y="6047"/>
                  </a:lnTo>
                  <a:lnTo>
                    <a:pt x="3110" y="6099"/>
                  </a:lnTo>
                  <a:lnTo>
                    <a:pt x="3205" y="6153"/>
                  </a:lnTo>
                  <a:lnTo>
                    <a:pt x="3303" y="6208"/>
                  </a:lnTo>
                  <a:lnTo>
                    <a:pt x="3403" y="6265"/>
                  </a:lnTo>
                  <a:lnTo>
                    <a:pt x="3505" y="6323"/>
                  </a:lnTo>
                  <a:lnTo>
                    <a:pt x="3610" y="6383"/>
                  </a:lnTo>
                  <a:lnTo>
                    <a:pt x="3717" y="6444"/>
                  </a:lnTo>
                  <a:lnTo>
                    <a:pt x="3828" y="6508"/>
                  </a:lnTo>
                  <a:lnTo>
                    <a:pt x="3940" y="6573"/>
                  </a:lnTo>
                  <a:lnTo>
                    <a:pt x="4055" y="6640"/>
                  </a:lnTo>
                  <a:lnTo>
                    <a:pt x="4173" y="6709"/>
                  </a:lnTo>
                  <a:lnTo>
                    <a:pt x="4289" y="6776"/>
                  </a:lnTo>
                  <a:lnTo>
                    <a:pt x="4401" y="6843"/>
                  </a:lnTo>
                  <a:lnTo>
                    <a:pt x="4511" y="6908"/>
                  </a:lnTo>
                  <a:lnTo>
                    <a:pt x="4619" y="6972"/>
                  </a:lnTo>
                  <a:lnTo>
                    <a:pt x="4724" y="7035"/>
                  </a:lnTo>
                  <a:lnTo>
                    <a:pt x="4828" y="7097"/>
                  </a:lnTo>
                  <a:lnTo>
                    <a:pt x="4929" y="7158"/>
                  </a:lnTo>
                  <a:lnTo>
                    <a:pt x="5027" y="7218"/>
                  </a:lnTo>
                  <a:lnTo>
                    <a:pt x="5124" y="7275"/>
                  </a:lnTo>
                  <a:lnTo>
                    <a:pt x="5218" y="7333"/>
                  </a:lnTo>
                  <a:lnTo>
                    <a:pt x="5311" y="7389"/>
                  </a:lnTo>
                  <a:lnTo>
                    <a:pt x="5401" y="7444"/>
                  </a:lnTo>
                  <a:lnTo>
                    <a:pt x="5489" y="7499"/>
                  </a:lnTo>
                  <a:lnTo>
                    <a:pt x="5574" y="7551"/>
                  </a:lnTo>
                  <a:lnTo>
                    <a:pt x="5658" y="7602"/>
                  </a:lnTo>
                  <a:lnTo>
                    <a:pt x="5740" y="7653"/>
                  </a:lnTo>
                  <a:lnTo>
                    <a:pt x="5950" y="7781"/>
                  </a:lnTo>
                  <a:lnTo>
                    <a:pt x="6146" y="7902"/>
                  </a:lnTo>
                  <a:lnTo>
                    <a:pt x="6332" y="8014"/>
                  </a:lnTo>
                  <a:lnTo>
                    <a:pt x="6505" y="8117"/>
                  </a:lnTo>
                  <a:lnTo>
                    <a:pt x="6588" y="8166"/>
                  </a:lnTo>
                  <a:lnTo>
                    <a:pt x="6668" y="8213"/>
                  </a:lnTo>
                  <a:lnTo>
                    <a:pt x="6746" y="8257"/>
                  </a:lnTo>
                  <a:lnTo>
                    <a:pt x="6823" y="8299"/>
                  </a:lnTo>
                  <a:lnTo>
                    <a:pt x="6896" y="8340"/>
                  </a:lnTo>
                  <a:lnTo>
                    <a:pt x="6968" y="8378"/>
                  </a:lnTo>
                  <a:lnTo>
                    <a:pt x="7037" y="8415"/>
                  </a:lnTo>
                  <a:lnTo>
                    <a:pt x="7105" y="8448"/>
                  </a:lnTo>
                  <a:lnTo>
                    <a:pt x="7170" y="8481"/>
                  </a:lnTo>
                  <a:lnTo>
                    <a:pt x="7235" y="8511"/>
                  </a:lnTo>
                  <a:lnTo>
                    <a:pt x="7298" y="8539"/>
                  </a:lnTo>
                  <a:lnTo>
                    <a:pt x="7359" y="8565"/>
                  </a:lnTo>
                  <a:lnTo>
                    <a:pt x="7419" y="8589"/>
                  </a:lnTo>
                  <a:lnTo>
                    <a:pt x="7478" y="8610"/>
                  </a:lnTo>
                  <a:lnTo>
                    <a:pt x="7535" y="8630"/>
                  </a:lnTo>
                  <a:lnTo>
                    <a:pt x="7591" y="8647"/>
                  </a:lnTo>
                  <a:lnTo>
                    <a:pt x="7646" y="8664"/>
                  </a:lnTo>
                  <a:lnTo>
                    <a:pt x="7701" y="8677"/>
                  </a:lnTo>
                  <a:lnTo>
                    <a:pt x="7755" y="8688"/>
                  </a:lnTo>
                  <a:lnTo>
                    <a:pt x="7809" y="8697"/>
                  </a:lnTo>
                  <a:lnTo>
                    <a:pt x="7861" y="8704"/>
                  </a:lnTo>
                  <a:lnTo>
                    <a:pt x="7913" y="8709"/>
                  </a:lnTo>
                  <a:lnTo>
                    <a:pt x="7965" y="8712"/>
                  </a:lnTo>
                  <a:lnTo>
                    <a:pt x="8016" y="8713"/>
                  </a:lnTo>
                  <a:lnTo>
                    <a:pt x="8067" y="8712"/>
                  </a:lnTo>
                  <a:lnTo>
                    <a:pt x="8119" y="8709"/>
                  </a:lnTo>
                  <a:lnTo>
                    <a:pt x="8171" y="8704"/>
                  </a:lnTo>
                  <a:lnTo>
                    <a:pt x="8223" y="8697"/>
                  </a:lnTo>
                  <a:lnTo>
                    <a:pt x="8277" y="8688"/>
                  </a:lnTo>
                  <a:lnTo>
                    <a:pt x="8331" y="8677"/>
                  </a:lnTo>
                  <a:lnTo>
                    <a:pt x="8386" y="8664"/>
                  </a:lnTo>
                  <a:lnTo>
                    <a:pt x="8441" y="8647"/>
                  </a:lnTo>
                  <a:lnTo>
                    <a:pt x="8497" y="8630"/>
                  </a:lnTo>
                  <a:lnTo>
                    <a:pt x="8554" y="8610"/>
                  </a:lnTo>
                  <a:lnTo>
                    <a:pt x="8613" y="8589"/>
                  </a:lnTo>
                  <a:lnTo>
                    <a:pt x="8673" y="8565"/>
                  </a:lnTo>
                  <a:lnTo>
                    <a:pt x="8734" y="8539"/>
                  </a:lnTo>
                  <a:lnTo>
                    <a:pt x="8797" y="8511"/>
                  </a:lnTo>
                  <a:lnTo>
                    <a:pt x="8862" y="8481"/>
                  </a:lnTo>
                  <a:lnTo>
                    <a:pt x="8927" y="8448"/>
                  </a:lnTo>
                  <a:lnTo>
                    <a:pt x="8995" y="8415"/>
                  </a:lnTo>
                  <a:lnTo>
                    <a:pt x="9064" y="8378"/>
                  </a:lnTo>
                  <a:lnTo>
                    <a:pt x="9136" y="8340"/>
                  </a:lnTo>
                  <a:lnTo>
                    <a:pt x="9209" y="8299"/>
                  </a:lnTo>
                  <a:lnTo>
                    <a:pt x="9286" y="8257"/>
                  </a:lnTo>
                  <a:lnTo>
                    <a:pt x="9364" y="8213"/>
                  </a:lnTo>
                  <a:lnTo>
                    <a:pt x="9444" y="8166"/>
                  </a:lnTo>
                  <a:lnTo>
                    <a:pt x="9527" y="8117"/>
                  </a:lnTo>
                  <a:lnTo>
                    <a:pt x="9700" y="8014"/>
                  </a:lnTo>
                  <a:lnTo>
                    <a:pt x="9886" y="7902"/>
                  </a:lnTo>
                  <a:lnTo>
                    <a:pt x="10082" y="7781"/>
                  </a:lnTo>
                  <a:lnTo>
                    <a:pt x="10292" y="7653"/>
                  </a:lnTo>
                  <a:lnTo>
                    <a:pt x="10374" y="7602"/>
                  </a:lnTo>
                  <a:lnTo>
                    <a:pt x="10458" y="7551"/>
                  </a:lnTo>
                  <a:lnTo>
                    <a:pt x="10543" y="7499"/>
                  </a:lnTo>
                  <a:lnTo>
                    <a:pt x="10631" y="7444"/>
                  </a:lnTo>
                  <a:lnTo>
                    <a:pt x="10721" y="7389"/>
                  </a:lnTo>
                  <a:lnTo>
                    <a:pt x="10814" y="7333"/>
                  </a:lnTo>
                  <a:lnTo>
                    <a:pt x="10908" y="7275"/>
                  </a:lnTo>
                  <a:lnTo>
                    <a:pt x="11005" y="7218"/>
                  </a:lnTo>
                  <a:lnTo>
                    <a:pt x="11103" y="7158"/>
                  </a:lnTo>
                  <a:lnTo>
                    <a:pt x="11204" y="7097"/>
                  </a:lnTo>
                  <a:lnTo>
                    <a:pt x="11308" y="7035"/>
                  </a:lnTo>
                  <a:lnTo>
                    <a:pt x="11413" y="6972"/>
                  </a:lnTo>
                  <a:lnTo>
                    <a:pt x="11521" y="6908"/>
                  </a:lnTo>
                  <a:lnTo>
                    <a:pt x="11631" y="6843"/>
                  </a:lnTo>
                  <a:lnTo>
                    <a:pt x="11743" y="6776"/>
                  </a:lnTo>
                  <a:lnTo>
                    <a:pt x="11859" y="6709"/>
                  </a:lnTo>
                  <a:lnTo>
                    <a:pt x="11977" y="6640"/>
                  </a:lnTo>
                  <a:lnTo>
                    <a:pt x="12092" y="6573"/>
                  </a:lnTo>
                  <a:lnTo>
                    <a:pt x="12204" y="6508"/>
                  </a:lnTo>
                  <a:lnTo>
                    <a:pt x="12315" y="6444"/>
                  </a:lnTo>
                  <a:lnTo>
                    <a:pt x="12422" y="6383"/>
                  </a:lnTo>
                  <a:lnTo>
                    <a:pt x="12527" y="6323"/>
                  </a:lnTo>
                  <a:lnTo>
                    <a:pt x="12629" y="6265"/>
                  </a:lnTo>
                  <a:lnTo>
                    <a:pt x="12729" y="6208"/>
                  </a:lnTo>
                  <a:lnTo>
                    <a:pt x="12827" y="6153"/>
                  </a:lnTo>
                  <a:lnTo>
                    <a:pt x="12922" y="6099"/>
                  </a:lnTo>
                  <a:lnTo>
                    <a:pt x="13015" y="6047"/>
                  </a:lnTo>
                  <a:lnTo>
                    <a:pt x="13106" y="5996"/>
                  </a:lnTo>
                  <a:lnTo>
                    <a:pt x="13195" y="5946"/>
                  </a:lnTo>
                  <a:lnTo>
                    <a:pt x="13282" y="5898"/>
                  </a:lnTo>
                  <a:lnTo>
                    <a:pt x="13367" y="5851"/>
                  </a:lnTo>
                  <a:lnTo>
                    <a:pt x="13449" y="5805"/>
                  </a:lnTo>
                  <a:lnTo>
                    <a:pt x="13664" y="5685"/>
                  </a:lnTo>
                  <a:lnTo>
                    <a:pt x="13865" y="5572"/>
                  </a:lnTo>
                  <a:lnTo>
                    <a:pt x="14053" y="5466"/>
                  </a:lnTo>
                  <a:lnTo>
                    <a:pt x="14228" y="5365"/>
                  </a:lnTo>
                  <a:lnTo>
                    <a:pt x="14312" y="5317"/>
                  </a:lnTo>
                  <a:lnTo>
                    <a:pt x="14392" y="5270"/>
                  </a:lnTo>
                  <a:lnTo>
                    <a:pt x="14469" y="5223"/>
                  </a:lnTo>
                  <a:lnTo>
                    <a:pt x="14543" y="5178"/>
                  </a:lnTo>
                  <a:lnTo>
                    <a:pt x="14614" y="5134"/>
                  </a:lnTo>
                  <a:lnTo>
                    <a:pt x="14683" y="5090"/>
                  </a:lnTo>
                  <a:lnTo>
                    <a:pt x="14749" y="5047"/>
                  </a:lnTo>
                  <a:lnTo>
                    <a:pt x="14812" y="5005"/>
                  </a:lnTo>
                  <a:lnTo>
                    <a:pt x="14873" y="4963"/>
                  </a:lnTo>
                  <a:lnTo>
                    <a:pt x="14931" y="4921"/>
                  </a:lnTo>
                  <a:lnTo>
                    <a:pt x="14986" y="4881"/>
                  </a:lnTo>
                  <a:lnTo>
                    <a:pt x="15038" y="4840"/>
                  </a:lnTo>
                  <a:lnTo>
                    <a:pt x="15089" y="4799"/>
                  </a:lnTo>
                  <a:lnTo>
                    <a:pt x="15136" y="4759"/>
                  </a:lnTo>
                  <a:lnTo>
                    <a:pt x="15182" y="4718"/>
                  </a:lnTo>
                  <a:lnTo>
                    <a:pt x="15225" y="4678"/>
                  </a:lnTo>
                  <a:lnTo>
                    <a:pt x="15266" y="4637"/>
                  </a:lnTo>
                  <a:lnTo>
                    <a:pt x="15305" y="4595"/>
                  </a:lnTo>
                  <a:lnTo>
                    <a:pt x="15342" y="4555"/>
                  </a:lnTo>
                  <a:lnTo>
                    <a:pt x="15376" y="4512"/>
                  </a:lnTo>
                  <a:lnTo>
                    <a:pt x="15409" y="4470"/>
                  </a:lnTo>
                  <a:lnTo>
                    <a:pt x="15439" y="4427"/>
                  </a:lnTo>
                  <a:lnTo>
                    <a:pt x="15467" y="4383"/>
                  </a:lnTo>
                  <a:lnTo>
                    <a:pt x="15494" y="4338"/>
                  </a:lnTo>
                  <a:lnTo>
                    <a:pt x="15519" y="4294"/>
                  </a:lnTo>
                  <a:lnTo>
                    <a:pt x="15542" y="4246"/>
                  </a:lnTo>
                  <a:lnTo>
                    <a:pt x="15563" y="4198"/>
                  </a:lnTo>
                  <a:lnTo>
                    <a:pt x="15583" y="4149"/>
                  </a:lnTo>
                  <a:lnTo>
                    <a:pt x="15602" y="4097"/>
                  </a:lnTo>
                  <a:lnTo>
                    <a:pt x="15619" y="4044"/>
                  </a:lnTo>
                  <a:lnTo>
                    <a:pt x="15635" y="3990"/>
                  </a:lnTo>
                  <a:lnTo>
                    <a:pt x="15649" y="3933"/>
                  </a:lnTo>
                  <a:lnTo>
                    <a:pt x="15662" y="3875"/>
                  </a:lnTo>
                  <a:lnTo>
                    <a:pt x="15674" y="3814"/>
                  </a:lnTo>
                  <a:lnTo>
                    <a:pt x="15685" y="3752"/>
                  </a:lnTo>
                  <a:lnTo>
                    <a:pt x="15694" y="3688"/>
                  </a:lnTo>
                  <a:lnTo>
                    <a:pt x="15703" y="3621"/>
                  </a:lnTo>
                  <a:lnTo>
                    <a:pt x="15710" y="3552"/>
                  </a:lnTo>
                  <a:lnTo>
                    <a:pt x="15716" y="3480"/>
                  </a:lnTo>
                  <a:lnTo>
                    <a:pt x="15722" y="3407"/>
                  </a:lnTo>
                  <a:lnTo>
                    <a:pt x="15727" y="3330"/>
                  </a:lnTo>
                  <a:lnTo>
                    <a:pt x="15730" y="3251"/>
                  </a:lnTo>
                  <a:lnTo>
                    <a:pt x="15733" y="3169"/>
                  </a:lnTo>
                  <a:lnTo>
                    <a:pt x="15736" y="3084"/>
                  </a:lnTo>
                  <a:lnTo>
                    <a:pt x="15737" y="2996"/>
                  </a:lnTo>
                  <a:lnTo>
                    <a:pt x="15738" y="2905"/>
                  </a:lnTo>
                  <a:lnTo>
                    <a:pt x="15739" y="2811"/>
                  </a:lnTo>
                  <a:lnTo>
                    <a:pt x="15738" y="2715"/>
                  </a:lnTo>
                  <a:lnTo>
                    <a:pt x="15737" y="2509"/>
                  </a:lnTo>
                  <a:lnTo>
                    <a:pt x="15734" y="2292"/>
                  </a:lnTo>
                  <a:lnTo>
                    <a:pt x="15729" y="2059"/>
                  </a:lnTo>
                  <a:lnTo>
                    <a:pt x="15724" y="1811"/>
                  </a:lnTo>
                  <a:lnTo>
                    <a:pt x="15722" y="1713"/>
                  </a:lnTo>
                  <a:lnTo>
                    <a:pt x="15720" y="1613"/>
                  </a:lnTo>
                  <a:lnTo>
                    <a:pt x="15718" y="1511"/>
                  </a:lnTo>
                  <a:lnTo>
                    <a:pt x="15716" y="1407"/>
                  </a:lnTo>
                  <a:lnTo>
                    <a:pt x="15714" y="1301"/>
                  </a:lnTo>
                  <a:lnTo>
                    <a:pt x="15712" y="1192"/>
                  </a:lnTo>
                  <a:lnTo>
                    <a:pt x="15710" y="1082"/>
                  </a:lnTo>
                  <a:lnTo>
                    <a:pt x="15708" y="970"/>
                  </a:lnTo>
                  <a:lnTo>
                    <a:pt x="15707" y="855"/>
                  </a:lnTo>
                  <a:lnTo>
                    <a:pt x="15705" y="738"/>
                  </a:lnTo>
                  <a:lnTo>
                    <a:pt x="15704" y="621"/>
                  </a:lnTo>
                  <a:lnTo>
                    <a:pt x="15703" y="500"/>
                  </a:lnTo>
                  <a:lnTo>
                    <a:pt x="15702" y="378"/>
                  </a:lnTo>
                  <a:lnTo>
                    <a:pt x="15701" y="254"/>
                  </a:lnTo>
                  <a:lnTo>
                    <a:pt x="15700" y="128"/>
                  </a:lnTo>
                  <a:lnTo>
                    <a:pt x="15700" y="0"/>
                  </a:lnTo>
                  <a:lnTo>
                    <a:pt x="15995" y="0"/>
                  </a:lnTo>
                  <a:lnTo>
                    <a:pt x="15995" y="136"/>
                  </a:lnTo>
                  <a:lnTo>
                    <a:pt x="15995" y="268"/>
                  </a:lnTo>
                  <a:lnTo>
                    <a:pt x="15996" y="397"/>
                  </a:lnTo>
                  <a:lnTo>
                    <a:pt x="15997" y="522"/>
                  </a:lnTo>
                  <a:lnTo>
                    <a:pt x="15998" y="645"/>
                  </a:lnTo>
                  <a:lnTo>
                    <a:pt x="15999" y="764"/>
                  </a:lnTo>
                  <a:lnTo>
                    <a:pt x="16001" y="879"/>
                  </a:lnTo>
                  <a:lnTo>
                    <a:pt x="16002" y="993"/>
                  </a:lnTo>
                  <a:lnTo>
                    <a:pt x="16004" y="1104"/>
                  </a:lnTo>
                  <a:lnTo>
                    <a:pt x="16006" y="1212"/>
                  </a:lnTo>
                  <a:lnTo>
                    <a:pt x="16008" y="1316"/>
                  </a:lnTo>
                  <a:lnTo>
                    <a:pt x="16010" y="1419"/>
                  </a:lnTo>
                  <a:lnTo>
                    <a:pt x="16012" y="1518"/>
                  </a:lnTo>
                  <a:lnTo>
                    <a:pt x="16014" y="1617"/>
                  </a:lnTo>
                  <a:lnTo>
                    <a:pt x="16016" y="1711"/>
                  </a:lnTo>
                  <a:lnTo>
                    <a:pt x="16017" y="1805"/>
                  </a:lnTo>
                  <a:lnTo>
                    <a:pt x="16023" y="2063"/>
                  </a:lnTo>
                  <a:lnTo>
                    <a:pt x="16027" y="2305"/>
                  </a:lnTo>
                  <a:lnTo>
                    <a:pt x="16030" y="2533"/>
                  </a:lnTo>
                  <a:lnTo>
                    <a:pt x="16032" y="2745"/>
                  </a:lnTo>
                  <a:lnTo>
                    <a:pt x="16032" y="2847"/>
                  </a:lnTo>
                  <a:lnTo>
                    <a:pt x="16031" y="2945"/>
                  </a:lnTo>
                  <a:lnTo>
                    <a:pt x="16030" y="3041"/>
                  </a:lnTo>
                  <a:lnTo>
                    <a:pt x="16028" y="3132"/>
                  </a:lnTo>
                  <a:lnTo>
                    <a:pt x="16025" y="3221"/>
                  </a:lnTo>
                  <a:lnTo>
                    <a:pt x="16022" y="3308"/>
                  </a:lnTo>
                  <a:lnTo>
                    <a:pt x="16017" y="3391"/>
                  </a:lnTo>
                  <a:lnTo>
                    <a:pt x="16012" y="3471"/>
                  </a:lnTo>
                  <a:lnTo>
                    <a:pt x="16005" y="3549"/>
                  </a:lnTo>
                  <a:lnTo>
                    <a:pt x="15997" y="3626"/>
                  </a:lnTo>
                  <a:lnTo>
                    <a:pt x="15989" y="3699"/>
                  </a:lnTo>
                  <a:lnTo>
                    <a:pt x="15979" y="3770"/>
                  </a:lnTo>
                  <a:lnTo>
                    <a:pt x="15968" y="3840"/>
                  </a:lnTo>
                  <a:lnTo>
                    <a:pt x="15956" y="3907"/>
                  </a:lnTo>
                  <a:lnTo>
                    <a:pt x="15942" y="3972"/>
                  </a:lnTo>
                  <a:lnTo>
                    <a:pt x="15927" y="4035"/>
                  </a:lnTo>
                  <a:lnTo>
                    <a:pt x="15910" y="4097"/>
                  </a:lnTo>
                  <a:lnTo>
                    <a:pt x="15892" y="4156"/>
                  </a:lnTo>
                  <a:lnTo>
                    <a:pt x="15872" y="4215"/>
                  </a:lnTo>
                  <a:lnTo>
                    <a:pt x="15851" y="4271"/>
                  </a:lnTo>
                  <a:lnTo>
                    <a:pt x="15828" y="4327"/>
                  </a:lnTo>
                  <a:lnTo>
                    <a:pt x="15803" y="4381"/>
                  </a:lnTo>
                  <a:lnTo>
                    <a:pt x="15776" y="4435"/>
                  </a:lnTo>
                  <a:lnTo>
                    <a:pt x="15747" y="4487"/>
                  </a:lnTo>
                  <a:lnTo>
                    <a:pt x="15717" y="4538"/>
                  </a:lnTo>
                  <a:lnTo>
                    <a:pt x="15685" y="4588"/>
                  </a:lnTo>
                  <a:lnTo>
                    <a:pt x="15651" y="4637"/>
                  </a:lnTo>
                  <a:lnTo>
                    <a:pt x="15615" y="4686"/>
                  </a:lnTo>
                  <a:lnTo>
                    <a:pt x="15577" y="4732"/>
                  </a:lnTo>
                  <a:lnTo>
                    <a:pt x="15537" y="4779"/>
                  </a:lnTo>
                  <a:lnTo>
                    <a:pt x="15495" y="4825"/>
                  </a:lnTo>
                  <a:lnTo>
                    <a:pt x="15451" y="4871"/>
                  </a:lnTo>
                  <a:lnTo>
                    <a:pt x="15404" y="4915"/>
                  </a:lnTo>
                  <a:lnTo>
                    <a:pt x="15356" y="4960"/>
                  </a:lnTo>
                  <a:lnTo>
                    <a:pt x="15305" y="5005"/>
                  </a:lnTo>
                  <a:lnTo>
                    <a:pt x="15250" y="5049"/>
                  </a:lnTo>
                  <a:lnTo>
                    <a:pt x="15194" y="5093"/>
                  </a:lnTo>
                  <a:lnTo>
                    <a:pt x="15136" y="5138"/>
                  </a:lnTo>
                  <a:lnTo>
                    <a:pt x="15075" y="5182"/>
                  </a:lnTo>
                  <a:lnTo>
                    <a:pt x="15012" y="5227"/>
                  </a:lnTo>
                  <a:lnTo>
                    <a:pt x="14945" y="5272"/>
                  </a:lnTo>
                  <a:lnTo>
                    <a:pt x="14877" y="5317"/>
                  </a:lnTo>
                  <a:lnTo>
                    <a:pt x="14805" y="5364"/>
                  </a:lnTo>
                  <a:lnTo>
                    <a:pt x="14729" y="5411"/>
                  </a:lnTo>
                  <a:lnTo>
                    <a:pt x="14652" y="5459"/>
                  </a:lnTo>
                  <a:lnTo>
                    <a:pt x="14572" y="5507"/>
                  </a:lnTo>
                  <a:lnTo>
                    <a:pt x="14488" y="5557"/>
                  </a:lnTo>
                  <a:lnTo>
                    <a:pt x="14402" y="5608"/>
                  </a:lnTo>
                  <a:lnTo>
                    <a:pt x="14218" y="5713"/>
                  </a:lnTo>
                  <a:lnTo>
                    <a:pt x="14023" y="5824"/>
                  </a:lnTo>
                  <a:lnTo>
                    <a:pt x="13814" y="5941"/>
                  </a:lnTo>
                  <a:lnTo>
                    <a:pt x="13590" y="6066"/>
                  </a:lnTo>
                  <a:lnTo>
                    <a:pt x="13505" y="6113"/>
                  </a:lnTo>
                  <a:lnTo>
                    <a:pt x="13418" y="6161"/>
                  </a:lnTo>
                  <a:lnTo>
                    <a:pt x="13329" y="6211"/>
                  </a:lnTo>
                  <a:lnTo>
                    <a:pt x="13238" y="6262"/>
                  </a:lnTo>
                  <a:lnTo>
                    <a:pt x="13145" y="6314"/>
                  </a:lnTo>
                  <a:lnTo>
                    <a:pt x="13051" y="6368"/>
                  </a:lnTo>
                  <a:lnTo>
                    <a:pt x="12954" y="6421"/>
                  </a:lnTo>
                  <a:lnTo>
                    <a:pt x="12856" y="6477"/>
                  </a:lnTo>
                  <a:lnTo>
                    <a:pt x="12755" y="6534"/>
                  </a:lnTo>
                  <a:lnTo>
                    <a:pt x="12653" y="6592"/>
                  </a:lnTo>
                  <a:lnTo>
                    <a:pt x="12550" y="6651"/>
                  </a:lnTo>
                  <a:lnTo>
                    <a:pt x="12444" y="6711"/>
                  </a:lnTo>
                  <a:lnTo>
                    <a:pt x="12337" y="6773"/>
                  </a:lnTo>
                  <a:lnTo>
                    <a:pt x="12227" y="6836"/>
                  </a:lnTo>
                  <a:lnTo>
                    <a:pt x="12117" y="6900"/>
                  </a:lnTo>
                  <a:lnTo>
                    <a:pt x="12005" y="6966"/>
                  </a:lnTo>
                  <a:lnTo>
                    <a:pt x="11890" y="7034"/>
                  </a:lnTo>
                  <a:lnTo>
                    <a:pt x="11778" y="7100"/>
                  </a:lnTo>
                  <a:lnTo>
                    <a:pt x="11667" y="7165"/>
                  </a:lnTo>
                  <a:lnTo>
                    <a:pt x="11560" y="7229"/>
                  </a:lnTo>
                  <a:lnTo>
                    <a:pt x="11455" y="7292"/>
                  </a:lnTo>
                  <a:lnTo>
                    <a:pt x="11352" y="7354"/>
                  </a:lnTo>
                  <a:lnTo>
                    <a:pt x="11251" y="7414"/>
                  </a:lnTo>
                  <a:lnTo>
                    <a:pt x="11153" y="7473"/>
                  </a:lnTo>
                  <a:lnTo>
                    <a:pt x="11057" y="7531"/>
                  </a:lnTo>
                  <a:lnTo>
                    <a:pt x="10963" y="7588"/>
                  </a:lnTo>
                  <a:lnTo>
                    <a:pt x="10872" y="7644"/>
                  </a:lnTo>
                  <a:lnTo>
                    <a:pt x="10782" y="7699"/>
                  </a:lnTo>
                  <a:lnTo>
                    <a:pt x="10694" y="7753"/>
                  </a:lnTo>
                  <a:lnTo>
                    <a:pt x="10608" y="7806"/>
                  </a:lnTo>
                  <a:lnTo>
                    <a:pt x="10525" y="7856"/>
                  </a:lnTo>
                  <a:lnTo>
                    <a:pt x="10443" y="7907"/>
                  </a:lnTo>
                  <a:lnTo>
                    <a:pt x="10224" y="8041"/>
                  </a:lnTo>
                  <a:lnTo>
                    <a:pt x="10020" y="8166"/>
                  </a:lnTo>
                  <a:lnTo>
                    <a:pt x="9828" y="8283"/>
                  </a:lnTo>
                  <a:lnTo>
                    <a:pt x="9646" y="8390"/>
                  </a:lnTo>
                  <a:lnTo>
                    <a:pt x="9559" y="8441"/>
                  </a:lnTo>
                  <a:lnTo>
                    <a:pt x="9475" y="8490"/>
                  </a:lnTo>
                  <a:lnTo>
                    <a:pt x="9393" y="8536"/>
                  </a:lnTo>
                  <a:lnTo>
                    <a:pt x="9314" y="8580"/>
                  </a:lnTo>
                  <a:lnTo>
                    <a:pt x="9235" y="8622"/>
                  </a:lnTo>
                  <a:lnTo>
                    <a:pt x="9160" y="8663"/>
                  </a:lnTo>
                  <a:lnTo>
                    <a:pt x="9087" y="8700"/>
                  </a:lnTo>
                  <a:lnTo>
                    <a:pt x="9015" y="8736"/>
                  </a:lnTo>
                  <a:lnTo>
                    <a:pt x="8945" y="8769"/>
                  </a:lnTo>
                  <a:lnTo>
                    <a:pt x="8877" y="8801"/>
                  </a:lnTo>
                  <a:lnTo>
                    <a:pt x="8810" y="8829"/>
                  </a:lnTo>
                  <a:lnTo>
                    <a:pt x="8743" y="8857"/>
                  </a:lnTo>
                  <a:lnTo>
                    <a:pt x="8678" y="8881"/>
                  </a:lnTo>
                  <a:lnTo>
                    <a:pt x="8615" y="8904"/>
                  </a:lnTo>
                  <a:lnTo>
                    <a:pt x="8553" y="8925"/>
                  </a:lnTo>
                  <a:lnTo>
                    <a:pt x="8491" y="8943"/>
                  </a:lnTo>
                  <a:lnTo>
                    <a:pt x="8431" y="8959"/>
                  </a:lnTo>
                  <a:lnTo>
                    <a:pt x="8370" y="8973"/>
                  </a:lnTo>
                  <a:lnTo>
                    <a:pt x="8311" y="8985"/>
                  </a:lnTo>
                  <a:lnTo>
                    <a:pt x="8251" y="8995"/>
                  </a:lnTo>
                  <a:lnTo>
                    <a:pt x="8192" y="9002"/>
                  </a:lnTo>
                  <a:lnTo>
                    <a:pt x="8133" y="9008"/>
                  </a:lnTo>
                  <a:lnTo>
                    <a:pt x="8075" y="9011"/>
                  </a:lnTo>
                  <a:lnTo>
                    <a:pt x="8016" y="9012"/>
                  </a:lnTo>
                  <a:lnTo>
                    <a:pt x="7957" y="9011"/>
                  </a:lnTo>
                  <a:lnTo>
                    <a:pt x="7899" y="9008"/>
                  </a:lnTo>
                  <a:lnTo>
                    <a:pt x="7840" y="9002"/>
                  </a:lnTo>
                  <a:lnTo>
                    <a:pt x="7781" y="8995"/>
                  </a:lnTo>
                  <a:lnTo>
                    <a:pt x="7721" y="8985"/>
                  </a:lnTo>
                  <a:lnTo>
                    <a:pt x="7662" y="8973"/>
                  </a:lnTo>
                  <a:lnTo>
                    <a:pt x="7601" y="8959"/>
                  </a:lnTo>
                  <a:lnTo>
                    <a:pt x="7541" y="8943"/>
                  </a:lnTo>
                  <a:lnTo>
                    <a:pt x="7479" y="8925"/>
                  </a:lnTo>
                  <a:lnTo>
                    <a:pt x="7417" y="8904"/>
                  </a:lnTo>
                  <a:lnTo>
                    <a:pt x="7354" y="8881"/>
                  </a:lnTo>
                  <a:lnTo>
                    <a:pt x="7289" y="8857"/>
                  </a:lnTo>
                  <a:lnTo>
                    <a:pt x="7222" y="8829"/>
                  </a:lnTo>
                  <a:lnTo>
                    <a:pt x="7155" y="8801"/>
                  </a:lnTo>
                  <a:lnTo>
                    <a:pt x="7087" y="8769"/>
                  </a:lnTo>
                  <a:lnTo>
                    <a:pt x="7017" y="8736"/>
                  </a:lnTo>
                  <a:lnTo>
                    <a:pt x="6945" y="8700"/>
                  </a:lnTo>
                  <a:lnTo>
                    <a:pt x="6872" y="8663"/>
                  </a:lnTo>
                  <a:lnTo>
                    <a:pt x="6797" y="8622"/>
                  </a:lnTo>
                  <a:lnTo>
                    <a:pt x="6718" y="8580"/>
                  </a:lnTo>
                  <a:lnTo>
                    <a:pt x="6639" y="8536"/>
                  </a:lnTo>
                  <a:lnTo>
                    <a:pt x="6557" y="8490"/>
                  </a:lnTo>
                  <a:lnTo>
                    <a:pt x="6473" y="8441"/>
                  </a:lnTo>
                  <a:lnTo>
                    <a:pt x="6386" y="8390"/>
                  </a:lnTo>
                  <a:lnTo>
                    <a:pt x="6204" y="8283"/>
                  </a:lnTo>
                  <a:lnTo>
                    <a:pt x="6012" y="8166"/>
                  </a:lnTo>
                  <a:lnTo>
                    <a:pt x="5808" y="8041"/>
                  </a:lnTo>
                  <a:lnTo>
                    <a:pt x="5589" y="7907"/>
                  </a:lnTo>
                  <a:lnTo>
                    <a:pt x="5507" y="7856"/>
                  </a:lnTo>
                  <a:lnTo>
                    <a:pt x="5424" y="7806"/>
                  </a:lnTo>
                  <a:lnTo>
                    <a:pt x="5338" y="7753"/>
                  </a:lnTo>
                  <a:lnTo>
                    <a:pt x="5250" y="7699"/>
                  </a:lnTo>
                  <a:lnTo>
                    <a:pt x="5160" y="7644"/>
                  </a:lnTo>
                  <a:lnTo>
                    <a:pt x="5069" y="7588"/>
                  </a:lnTo>
                  <a:lnTo>
                    <a:pt x="4975" y="7531"/>
                  </a:lnTo>
                  <a:lnTo>
                    <a:pt x="4879" y="7473"/>
                  </a:lnTo>
                  <a:lnTo>
                    <a:pt x="4781" y="7414"/>
                  </a:lnTo>
                  <a:lnTo>
                    <a:pt x="4680" y="7354"/>
                  </a:lnTo>
                  <a:lnTo>
                    <a:pt x="4577" y="7292"/>
                  </a:lnTo>
                  <a:lnTo>
                    <a:pt x="4472" y="7229"/>
                  </a:lnTo>
                  <a:lnTo>
                    <a:pt x="4365" y="7165"/>
                  </a:lnTo>
                  <a:lnTo>
                    <a:pt x="4254" y="7100"/>
                  </a:lnTo>
                  <a:lnTo>
                    <a:pt x="4142" y="7034"/>
                  </a:lnTo>
                  <a:lnTo>
                    <a:pt x="4027" y="6966"/>
                  </a:lnTo>
                  <a:lnTo>
                    <a:pt x="3915" y="6900"/>
                  </a:lnTo>
                  <a:lnTo>
                    <a:pt x="3805" y="6836"/>
                  </a:lnTo>
                  <a:lnTo>
                    <a:pt x="3695" y="6773"/>
                  </a:lnTo>
                  <a:lnTo>
                    <a:pt x="3588" y="6711"/>
                  </a:lnTo>
                  <a:lnTo>
                    <a:pt x="3482" y="6651"/>
                  </a:lnTo>
                  <a:lnTo>
                    <a:pt x="3379" y="6592"/>
                  </a:lnTo>
                  <a:lnTo>
                    <a:pt x="3277" y="6534"/>
                  </a:lnTo>
                  <a:lnTo>
                    <a:pt x="3176" y="6477"/>
                  </a:lnTo>
                  <a:lnTo>
                    <a:pt x="3078" y="6421"/>
                  </a:lnTo>
                  <a:lnTo>
                    <a:pt x="2981" y="6368"/>
                  </a:lnTo>
                  <a:lnTo>
                    <a:pt x="2887" y="6314"/>
                  </a:lnTo>
                  <a:lnTo>
                    <a:pt x="2794" y="6262"/>
                  </a:lnTo>
                  <a:lnTo>
                    <a:pt x="2703" y="6211"/>
                  </a:lnTo>
                  <a:lnTo>
                    <a:pt x="2614" y="6161"/>
                  </a:lnTo>
                  <a:lnTo>
                    <a:pt x="2527" y="6113"/>
                  </a:lnTo>
                  <a:lnTo>
                    <a:pt x="2442" y="6066"/>
                  </a:lnTo>
                  <a:lnTo>
                    <a:pt x="2218" y="5941"/>
                  </a:lnTo>
                  <a:lnTo>
                    <a:pt x="2009" y="5824"/>
                  </a:lnTo>
                  <a:lnTo>
                    <a:pt x="1814" y="5713"/>
                  </a:lnTo>
                  <a:lnTo>
                    <a:pt x="1630" y="5608"/>
                  </a:lnTo>
                  <a:lnTo>
                    <a:pt x="1544" y="5557"/>
                  </a:lnTo>
                  <a:lnTo>
                    <a:pt x="1460" y="5507"/>
                  </a:lnTo>
                  <a:lnTo>
                    <a:pt x="1380" y="5459"/>
                  </a:lnTo>
                  <a:lnTo>
                    <a:pt x="1303" y="5411"/>
                  </a:lnTo>
                  <a:lnTo>
                    <a:pt x="1227" y="5364"/>
                  </a:lnTo>
                  <a:lnTo>
                    <a:pt x="1155" y="5317"/>
                  </a:lnTo>
                  <a:lnTo>
                    <a:pt x="1087" y="5272"/>
                  </a:lnTo>
                  <a:lnTo>
                    <a:pt x="1020" y="5227"/>
                  </a:lnTo>
                  <a:lnTo>
                    <a:pt x="957" y="5182"/>
                  </a:lnTo>
                  <a:lnTo>
                    <a:pt x="896" y="5138"/>
                  </a:lnTo>
                  <a:lnTo>
                    <a:pt x="838" y="5093"/>
                  </a:lnTo>
                  <a:lnTo>
                    <a:pt x="782" y="5049"/>
                  </a:lnTo>
                  <a:lnTo>
                    <a:pt x="727" y="5005"/>
                  </a:lnTo>
                  <a:lnTo>
                    <a:pt x="676" y="4960"/>
                  </a:lnTo>
                  <a:lnTo>
                    <a:pt x="628" y="4915"/>
                  </a:lnTo>
                  <a:lnTo>
                    <a:pt x="581" y="4871"/>
                  </a:lnTo>
                  <a:lnTo>
                    <a:pt x="537" y="4825"/>
                  </a:lnTo>
                  <a:lnTo>
                    <a:pt x="495" y="4779"/>
                  </a:lnTo>
                  <a:lnTo>
                    <a:pt x="455" y="4732"/>
                  </a:lnTo>
                  <a:lnTo>
                    <a:pt x="417" y="4686"/>
                  </a:lnTo>
                  <a:lnTo>
                    <a:pt x="381" y="4637"/>
                  </a:lnTo>
                  <a:lnTo>
                    <a:pt x="347" y="4588"/>
                  </a:lnTo>
                  <a:lnTo>
                    <a:pt x="315" y="4538"/>
                  </a:lnTo>
                  <a:lnTo>
                    <a:pt x="285" y="4487"/>
                  </a:lnTo>
                  <a:lnTo>
                    <a:pt x="256" y="4435"/>
                  </a:lnTo>
                  <a:lnTo>
                    <a:pt x="229" y="4381"/>
                  </a:lnTo>
                  <a:lnTo>
                    <a:pt x="204" y="4327"/>
                  </a:lnTo>
                  <a:lnTo>
                    <a:pt x="181" y="4271"/>
                  </a:lnTo>
                  <a:lnTo>
                    <a:pt x="160" y="4215"/>
                  </a:lnTo>
                  <a:lnTo>
                    <a:pt x="140" y="4156"/>
                  </a:lnTo>
                  <a:lnTo>
                    <a:pt x="122" y="4097"/>
                  </a:lnTo>
                  <a:lnTo>
                    <a:pt x="105" y="4035"/>
                  </a:lnTo>
                  <a:lnTo>
                    <a:pt x="90" y="3972"/>
                  </a:lnTo>
                  <a:lnTo>
                    <a:pt x="76" y="3907"/>
                  </a:lnTo>
                  <a:lnTo>
                    <a:pt x="64" y="3840"/>
                  </a:lnTo>
                  <a:lnTo>
                    <a:pt x="53" y="3770"/>
                  </a:lnTo>
                  <a:lnTo>
                    <a:pt x="43" y="3699"/>
                  </a:lnTo>
                  <a:lnTo>
                    <a:pt x="35" y="3626"/>
                  </a:lnTo>
                  <a:lnTo>
                    <a:pt x="27" y="3549"/>
                  </a:lnTo>
                  <a:lnTo>
                    <a:pt x="20" y="3471"/>
                  </a:lnTo>
                  <a:lnTo>
                    <a:pt x="15" y="3391"/>
                  </a:lnTo>
                  <a:lnTo>
                    <a:pt x="10" y="3308"/>
                  </a:lnTo>
                  <a:lnTo>
                    <a:pt x="7" y="3221"/>
                  </a:lnTo>
                  <a:lnTo>
                    <a:pt x="4" y="3132"/>
                  </a:lnTo>
                  <a:lnTo>
                    <a:pt x="2" y="3041"/>
                  </a:lnTo>
                  <a:lnTo>
                    <a:pt x="1" y="2945"/>
                  </a:lnTo>
                  <a:lnTo>
                    <a:pt x="0" y="2847"/>
                  </a:lnTo>
                  <a:lnTo>
                    <a:pt x="0" y="2745"/>
                  </a:lnTo>
                  <a:lnTo>
                    <a:pt x="2" y="2533"/>
                  </a:lnTo>
                  <a:lnTo>
                    <a:pt x="5" y="2305"/>
                  </a:lnTo>
                  <a:lnTo>
                    <a:pt x="9" y="2063"/>
                  </a:lnTo>
                  <a:lnTo>
                    <a:pt x="15" y="1805"/>
                  </a:lnTo>
                  <a:lnTo>
                    <a:pt x="16" y="1712"/>
                  </a:lnTo>
                  <a:lnTo>
                    <a:pt x="18" y="1617"/>
                  </a:lnTo>
                  <a:lnTo>
                    <a:pt x="20" y="1518"/>
                  </a:lnTo>
                  <a:lnTo>
                    <a:pt x="22" y="1419"/>
                  </a:lnTo>
                  <a:lnTo>
                    <a:pt x="24" y="1316"/>
                  </a:lnTo>
                  <a:lnTo>
                    <a:pt x="26" y="1212"/>
                  </a:lnTo>
                  <a:lnTo>
                    <a:pt x="28" y="1104"/>
                  </a:lnTo>
                  <a:lnTo>
                    <a:pt x="30" y="993"/>
                  </a:lnTo>
                  <a:lnTo>
                    <a:pt x="31" y="879"/>
                  </a:lnTo>
                  <a:lnTo>
                    <a:pt x="33" y="764"/>
                  </a:lnTo>
                  <a:lnTo>
                    <a:pt x="34" y="645"/>
                  </a:lnTo>
                  <a:lnTo>
                    <a:pt x="35" y="522"/>
                  </a:lnTo>
                  <a:lnTo>
                    <a:pt x="36" y="397"/>
                  </a:lnTo>
                  <a:lnTo>
                    <a:pt x="37" y="268"/>
                  </a:lnTo>
                  <a:lnTo>
                    <a:pt x="37" y="136"/>
                  </a:lnTo>
                  <a:lnTo>
                    <a:pt x="37" y="0"/>
                  </a:lnTo>
                  <a:close/>
                </a:path>
              </a:pathLst>
            </a:custGeom>
            <a:gradFill>
              <a:gsLst>
                <a:gs pos="49000">
                  <a:schemeClr val="accent3"/>
                </a:gs>
                <a:gs pos="23000">
                  <a:schemeClr val="accent2"/>
                </a:gs>
                <a:gs pos="0">
                  <a:schemeClr val="accent1"/>
                </a:gs>
                <a:gs pos="97345">
                  <a:schemeClr val="accent6"/>
                </a:gs>
                <a:gs pos="76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3">
                  <a:alpha val="10000"/>
                </a:schemeClr>
              </a:glow>
              <a:outerShdw blurRad="330200" sx="102000" sy="102000" algn="ctr" rotWithShape="0">
                <a:prstClr val="black">
                  <a:alpha val="57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4A80357-2C3B-49C9-B42F-C8EA25D29028}"/>
                </a:ext>
              </a:extLst>
            </p:cNvPr>
            <p:cNvSpPr/>
            <p:nvPr/>
          </p:nvSpPr>
          <p:spPr>
            <a:xfrm>
              <a:off x="1322895" y="4166993"/>
              <a:ext cx="270200" cy="270200"/>
            </a:xfrm>
            <a:prstGeom prst="ellipse">
              <a:avLst/>
            </a:prstGeom>
            <a:gradFill>
              <a:gsLst>
                <a:gs pos="49000">
                  <a:schemeClr val="accent3"/>
                </a:gs>
                <a:gs pos="23000">
                  <a:schemeClr val="accent2"/>
                </a:gs>
                <a:gs pos="0">
                  <a:schemeClr val="accent1"/>
                </a:gs>
                <a:gs pos="97345">
                  <a:schemeClr val="accent6"/>
                </a:gs>
                <a:gs pos="76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3">
                  <a:alpha val="10000"/>
                </a:schemeClr>
              </a:glow>
              <a:outerShdw blurRad="330200" sx="102000" sy="102000" algn="ctr" rotWithShape="0">
                <a:prstClr val="black">
                  <a:alpha val="57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48F037D-4F79-4A68-8989-6882D0570B25}"/>
                </a:ext>
              </a:extLst>
            </p:cNvPr>
            <p:cNvSpPr/>
            <p:nvPr/>
          </p:nvSpPr>
          <p:spPr>
            <a:xfrm>
              <a:off x="10598905" y="4166993"/>
              <a:ext cx="270200" cy="270200"/>
            </a:xfrm>
            <a:prstGeom prst="ellipse">
              <a:avLst/>
            </a:prstGeom>
            <a:gradFill>
              <a:gsLst>
                <a:gs pos="49000">
                  <a:schemeClr val="accent3"/>
                </a:gs>
                <a:gs pos="23000">
                  <a:schemeClr val="accent2"/>
                </a:gs>
                <a:gs pos="0">
                  <a:schemeClr val="accent1"/>
                </a:gs>
                <a:gs pos="97345">
                  <a:schemeClr val="accent6"/>
                </a:gs>
                <a:gs pos="76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glow rad="127000">
                <a:schemeClr val="accent3">
                  <a:alpha val="10000"/>
                </a:schemeClr>
              </a:glow>
              <a:outerShdw blurRad="330200" sx="102000" sy="102000" algn="ctr" rotWithShape="0">
                <a:prstClr val="black">
                  <a:alpha val="57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759019" y="2643349"/>
            <a:ext cx="2500463" cy="2810431"/>
            <a:chOff x="1759019" y="2643349"/>
            <a:chExt cx="2500463" cy="281043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17078AF-44D9-4988-91D5-80EDA63A6973}"/>
                </a:ext>
              </a:extLst>
            </p:cNvPr>
            <p:cNvSpPr/>
            <p:nvPr/>
          </p:nvSpPr>
          <p:spPr>
            <a:xfrm>
              <a:off x="1759019" y="2643349"/>
              <a:ext cx="2500463" cy="2810431"/>
            </a:xfrm>
            <a:custGeom>
              <a:avLst/>
              <a:gdLst>
                <a:gd name="connsiteX0" fmla="*/ 1445618 w 2890837"/>
                <a:gd name="connsiteY0" fmla="*/ 0 h 3249205"/>
                <a:gd name="connsiteX1" fmla="*/ 1473092 w 2890837"/>
                <a:gd name="connsiteY1" fmla="*/ 1417 h 3249205"/>
                <a:gd name="connsiteX2" fmla="*/ 1501364 w 2890837"/>
                <a:gd name="connsiteY2" fmla="*/ 5872 h 3249205"/>
                <a:gd name="connsiteX3" fmla="*/ 1530431 w 2890837"/>
                <a:gd name="connsiteY3" fmla="*/ 12958 h 3249205"/>
                <a:gd name="connsiteX4" fmla="*/ 1560494 w 2890837"/>
                <a:gd name="connsiteY4" fmla="*/ 23081 h 3249205"/>
                <a:gd name="connsiteX5" fmla="*/ 1592350 w 2890837"/>
                <a:gd name="connsiteY5" fmla="*/ 36242 h 3249205"/>
                <a:gd name="connsiteX6" fmla="*/ 1626195 w 2890837"/>
                <a:gd name="connsiteY6" fmla="*/ 52034 h 3249205"/>
                <a:gd name="connsiteX7" fmla="*/ 1662430 w 2890837"/>
                <a:gd name="connsiteY7" fmla="*/ 70864 h 3249205"/>
                <a:gd name="connsiteX8" fmla="*/ 1701453 w 2890837"/>
                <a:gd name="connsiteY8" fmla="*/ 92325 h 3249205"/>
                <a:gd name="connsiteX9" fmla="*/ 1743660 w 2890837"/>
                <a:gd name="connsiteY9" fmla="*/ 117027 h 3249205"/>
                <a:gd name="connsiteX10" fmla="*/ 1789651 w 2890837"/>
                <a:gd name="connsiteY10" fmla="*/ 144360 h 3249205"/>
                <a:gd name="connsiteX11" fmla="*/ 1839624 w 2890837"/>
                <a:gd name="connsiteY11" fmla="*/ 174932 h 3249205"/>
                <a:gd name="connsiteX12" fmla="*/ 1894175 w 2890837"/>
                <a:gd name="connsiteY12" fmla="*/ 207935 h 3249205"/>
                <a:gd name="connsiteX13" fmla="*/ 1953505 w 2890837"/>
                <a:gd name="connsiteY13" fmla="*/ 244176 h 3249205"/>
                <a:gd name="connsiteX14" fmla="*/ 2018011 w 2890837"/>
                <a:gd name="connsiteY14" fmla="*/ 283050 h 3249205"/>
                <a:gd name="connsiteX15" fmla="*/ 2088291 w 2890837"/>
                <a:gd name="connsiteY15" fmla="*/ 325164 h 3249205"/>
                <a:gd name="connsiteX16" fmla="*/ 2164743 w 2890837"/>
                <a:gd name="connsiteY16" fmla="*/ 369706 h 3249205"/>
                <a:gd name="connsiteX17" fmla="*/ 2241195 w 2890837"/>
                <a:gd name="connsiteY17" fmla="*/ 414047 h 3249205"/>
                <a:gd name="connsiteX18" fmla="*/ 2312470 w 2890837"/>
                <a:gd name="connsiteY18" fmla="*/ 454338 h 3249205"/>
                <a:gd name="connsiteX19" fmla="*/ 2378171 w 2890837"/>
                <a:gd name="connsiteY19" fmla="*/ 491187 h 3249205"/>
                <a:gd name="connsiteX20" fmla="*/ 2439094 w 2890837"/>
                <a:gd name="connsiteY20" fmla="*/ 524999 h 3249205"/>
                <a:gd name="connsiteX21" fmla="*/ 2494641 w 2890837"/>
                <a:gd name="connsiteY21" fmla="*/ 555775 h 3249205"/>
                <a:gd name="connsiteX22" fmla="*/ 2545808 w 2890837"/>
                <a:gd name="connsiteY22" fmla="*/ 584323 h 3249205"/>
                <a:gd name="connsiteX23" fmla="*/ 2592396 w 2890837"/>
                <a:gd name="connsiteY23" fmla="*/ 610643 h 3249205"/>
                <a:gd name="connsiteX24" fmla="*/ 2634604 w 2890837"/>
                <a:gd name="connsiteY24" fmla="*/ 635142 h 3249205"/>
                <a:gd name="connsiteX25" fmla="*/ 2672830 w 2890837"/>
                <a:gd name="connsiteY25" fmla="*/ 658628 h 3249205"/>
                <a:gd name="connsiteX26" fmla="*/ 2707273 w 2890837"/>
                <a:gd name="connsiteY26" fmla="*/ 680697 h 3249205"/>
                <a:gd name="connsiteX27" fmla="*/ 2737535 w 2890837"/>
                <a:gd name="connsiteY27" fmla="*/ 702159 h 3249205"/>
                <a:gd name="connsiteX28" fmla="*/ 2764811 w 2890837"/>
                <a:gd name="connsiteY28" fmla="*/ 723620 h 3249205"/>
                <a:gd name="connsiteX29" fmla="*/ 2788702 w 2890837"/>
                <a:gd name="connsiteY29" fmla="*/ 744677 h 3249205"/>
                <a:gd name="connsiteX30" fmla="*/ 2809209 w 2890837"/>
                <a:gd name="connsiteY30" fmla="*/ 766341 h 3249205"/>
                <a:gd name="connsiteX31" fmla="*/ 2827127 w 2890837"/>
                <a:gd name="connsiteY31" fmla="*/ 788815 h 3249205"/>
                <a:gd name="connsiteX32" fmla="*/ 2842258 w 2890837"/>
                <a:gd name="connsiteY32" fmla="*/ 812301 h 3249205"/>
                <a:gd name="connsiteX33" fmla="*/ 2854801 w 2890837"/>
                <a:gd name="connsiteY33" fmla="*/ 837205 h 3249205"/>
                <a:gd name="connsiteX34" fmla="*/ 2865154 w 2890837"/>
                <a:gd name="connsiteY34" fmla="*/ 863931 h 3249205"/>
                <a:gd name="connsiteX35" fmla="*/ 2873516 w 2890837"/>
                <a:gd name="connsiteY35" fmla="*/ 892884 h 3249205"/>
                <a:gd name="connsiteX36" fmla="*/ 2879688 w 2890837"/>
                <a:gd name="connsiteY36" fmla="*/ 924266 h 3249205"/>
                <a:gd name="connsiteX37" fmla="*/ 2884665 w 2890837"/>
                <a:gd name="connsiteY37" fmla="*/ 958483 h 3249205"/>
                <a:gd name="connsiteX38" fmla="*/ 2887850 w 2890837"/>
                <a:gd name="connsiteY38" fmla="*/ 995940 h 3249205"/>
                <a:gd name="connsiteX39" fmla="*/ 2889842 w 2890837"/>
                <a:gd name="connsiteY39" fmla="*/ 1036838 h 3249205"/>
                <a:gd name="connsiteX40" fmla="*/ 2890638 w 2890837"/>
                <a:gd name="connsiteY40" fmla="*/ 1081786 h 3249205"/>
                <a:gd name="connsiteX41" fmla="*/ 2890837 w 2890837"/>
                <a:gd name="connsiteY41" fmla="*/ 1131188 h 3249205"/>
                <a:gd name="connsiteX42" fmla="*/ 2890240 w 2890837"/>
                <a:gd name="connsiteY42" fmla="*/ 1185045 h 3249205"/>
                <a:gd name="connsiteX43" fmla="*/ 2889045 w 2890837"/>
                <a:gd name="connsiteY43" fmla="*/ 1243558 h 3249205"/>
                <a:gd name="connsiteX44" fmla="*/ 2887850 w 2890837"/>
                <a:gd name="connsiteY44" fmla="*/ 1307740 h 3249205"/>
                <a:gd name="connsiteX45" fmla="*/ 2886457 w 2890837"/>
                <a:gd name="connsiteY45" fmla="*/ 1377592 h 3249205"/>
                <a:gd name="connsiteX46" fmla="*/ 2885262 w 2890837"/>
                <a:gd name="connsiteY46" fmla="*/ 1453315 h 3249205"/>
                <a:gd name="connsiteX47" fmla="*/ 2884267 w 2890837"/>
                <a:gd name="connsiteY47" fmla="*/ 1535719 h 3249205"/>
                <a:gd name="connsiteX48" fmla="*/ 2883869 w 2890837"/>
                <a:gd name="connsiteY48" fmla="*/ 1624603 h 3249205"/>
                <a:gd name="connsiteX49" fmla="*/ 2884267 w 2890837"/>
                <a:gd name="connsiteY49" fmla="*/ 1713486 h 3249205"/>
                <a:gd name="connsiteX50" fmla="*/ 2885262 w 2890837"/>
                <a:gd name="connsiteY50" fmla="*/ 1795891 h 3249205"/>
                <a:gd name="connsiteX51" fmla="*/ 2886457 w 2890837"/>
                <a:gd name="connsiteY51" fmla="*/ 1871614 h 3249205"/>
                <a:gd name="connsiteX52" fmla="*/ 2887850 w 2890837"/>
                <a:gd name="connsiteY52" fmla="*/ 1941465 h 3249205"/>
                <a:gd name="connsiteX53" fmla="*/ 2889045 w 2890837"/>
                <a:gd name="connsiteY53" fmla="*/ 2005647 h 3249205"/>
                <a:gd name="connsiteX54" fmla="*/ 2890240 w 2890837"/>
                <a:gd name="connsiteY54" fmla="*/ 2064161 h 3249205"/>
                <a:gd name="connsiteX55" fmla="*/ 2890837 w 2890837"/>
                <a:gd name="connsiteY55" fmla="*/ 2118017 h 3249205"/>
                <a:gd name="connsiteX56" fmla="*/ 2890638 w 2890837"/>
                <a:gd name="connsiteY56" fmla="*/ 2167419 h 3249205"/>
                <a:gd name="connsiteX57" fmla="*/ 2889842 w 2890837"/>
                <a:gd name="connsiteY57" fmla="*/ 2212367 h 3249205"/>
                <a:gd name="connsiteX58" fmla="*/ 2887850 w 2890837"/>
                <a:gd name="connsiteY58" fmla="*/ 2253265 h 3249205"/>
                <a:gd name="connsiteX59" fmla="*/ 2884665 w 2890837"/>
                <a:gd name="connsiteY59" fmla="*/ 2290722 h 3249205"/>
                <a:gd name="connsiteX60" fmla="*/ 2879887 w 2890837"/>
                <a:gd name="connsiteY60" fmla="*/ 2324939 h 3249205"/>
                <a:gd name="connsiteX61" fmla="*/ 2873516 w 2890837"/>
                <a:gd name="connsiteY61" fmla="*/ 2356322 h 3249205"/>
                <a:gd name="connsiteX62" fmla="*/ 2865154 w 2890837"/>
                <a:gd name="connsiteY62" fmla="*/ 2385275 h 3249205"/>
                <a:gd name="connsiteX63" fmla="*/ 2854801 w 2890837"/>
                <a:gd name="connsiteY63" fmla="*/ 2412000 h 3249205"/>
                <a:gd name="connsiteX64" fmla="*/ 2842258 w 2890837"/>
                <a:gd name="connsiteY64" fmla="*/ 2436904 h 3249205"/>
                <a:gd name="connsiteX65" fmla="*/ 2827127 w 2890837"/>
                <a:gd name="connsiteY65" fmla="*/ 2460390 h 3249205"/>
                <a:gd name="connsiteX66" fmla="*/ 2809209 w 2890837"/>
                <a:gd name="connsiteY66" fmla="*/ 2482864 h 3249205"/>
                <a:gd name="connsiteX67" fmla="*/ 2788702 w 2890837"/>
                <a:gd name="connsiteY67" fmla="*/ 2504528 h 3249205"/>
                <a:gd name="connsiteX68" fmla="*/ 2764811 w 2890837"/>
                <a:gd name="connsiteY68" fmla="*/ 2525585 h 3249205"/>
                <a:gd name="connsiteX69" fmla="*/ 2737734 w 2890837"/>
                <a:gd name="connsiteY69" fmla="*/ 2547046 h 3249205"/>
                <a:gd name="connsiteX70" fmla="*/ 2707273 w 2890837"/>
                <a:gd name="connsiteY70" fmla="*/ 2568508 h 3249205"/>
                <a:gd name="connsiteX71" fmla="*/ 2672830 w 2890837"/>
                <a:gd name="connsiteY71" fmla="*/ 2590779 h 3249205"/>
                <a:gd name="connsiteX72" fmla="*/ 2634803 w 2890837"/>
                <a:gd name="connsiteY72" fmla="*/ 2614063 h 3249205"/>
                <a:gd name="connsiteX73" fmla="*/ 2592396 w 2890837"/>
                <a:gd name="connsiteY73" fmla="*/ 2638562 h 3249205"/>
                <a:gd name="connsiteX74" fmla="*/ 2545808 w 2890837"/>
                <a:gd name="connsiteY74" fmla="*/ 2664883 h 3249205"/>
                <a:gd name="connsiteX75" fmla="*/ 2494641 w 2890837"/>
                <a:gd name="connsiteY75" fmla="*/ 2693431 h 3249205"/>
                <a:gd name="connsiteX76" fmla="*/ 2439094 w 2890837"/>
                <a:gd name="connsiteY76" fmla="*/ 2724408 h 3249205"/>
                <a:gd name="connsiteX77" fmla="*/ 2378171 w 2890837"/>
                <a:gd name="connsiteY77" fmla="*/ 2758220 h 3249205"/>
                <a:gd name="connsiteX78" fmla="*/ 2312470 w 2890837"/>
                <a:gd name="connsiteY78" fmla="*/ 2794867 h 3249205"/>
                <a:gd name="connsiteX79" fmla="*/ 2241195 w 2890837"/>
                <a:gd name="connsiteY79" fmla="*/ 2835158 h 3249205"/>
                <a:gd name="connsiteX80" fmla="*/ 2164743 w 2890837"/>
                <a:gd name="connsiteY80" fmla="*/ 2879499 h 3249205"/>
                <a:gd name="connsiteX81" fmla="*/ 2088291 w 2890837"/>
                <a:gd name="connsiteY81" fmla="*/ 2924042 h 3249205"/>
                <a:gd name="connsiteX82" fmla="*/ 2018011 w 2890837"/>
                <a:gd name="connsiteY82" fmla="*/ 2966155 h 3249205"/>
                <a:gd name="connsiteX83" fmla="*/ 1953505 w 2890837"/>
                <a:gd name="connsiteY83" fmla="*/ 3005029 h 3249205"/>
                <a:gd name="connsiteX84" fmla="*/ 1894175 w 2890837"/>
                <a:gd name="connsiteY84" fmla="*/ 3041271 h 3249205"/>
                <a:gd name="connsiteX85" fmla="*/ 1839624 w 2890837"/>
                <a:gd name="connsiteY85" fmla="*/ 3074273 h 3249205"/>
                <a:gd name="connsiteX86" fmla="*/ 1789651 w 2890837"/>
                <a:gd name="connsiteY86" fmla="*/ 3104846 h 3249205"/>
                <a:gd name="connsiteX87" fmla="*/ 1743660 w 2890837"/>
                <a:gd name="connsiteY87" fmla="*/ 3132179 h 3249205"/>
                <a:gd name="connsiteX88" fmla="*/ 1701453 w 2890837"/>
                <a:gd name="connsiteY88" fmla="*/ 3156880 h 3249205"/>
                <a:gd name="connsiteX89" fmla="*/ 1662430 w 2890837"/>
                <a:gd name="connsiteY89" fmla="*/ 3178341 h 3249205"/>
                <a:gd name="connsiteX90" fmla="*/ 1626195 w 2890837"/>
                <a:gd name="connsiteY90" fmla="*/ 3197171 h 3249205"/>
                <a:gd name="connsiteX91" fmla="*/ 1592350 w 2890837"/>
                <a:gd name="connsiteY91" fmla="*/ 3212963 h 3249205"/>
                <a:gd name="connsiteX92" fmla="*/ 1560494 w 2890837"/>
                <a:gd name="connsiteY92" fmla="*/ 3226124 h 3249205"/>
                <a:gd name="connsiteX93" fmla="*/ 1530431 w 2890837"/>
                <a:gd name="connsiteY93" fmla="*/ 3236247 h 3249205"/>
                <a:gd name="connsiteX94" fmla="*/ 1501364 w 2890837"/>
                <a:gd name="connsiteY94" fmla="*/ 3243334 h 3249205"/>
                <a:gd name="connsiteX95" fmla="*/ 1473092 w 2890837"/>
                <a:gd name="connsiteY95" fmla="*/ 3247788 h 3249205"/>
                <a:gd name="connsiteX96" fmla="*/ 1445618 w 2890837"/>
                <a:gd name="connsiteY96" fmla="*/ 3249205 h 3249205"/>
                <a:gd name="connsiteX97" fmla="*/ 1417744 w 2890837"/>
                <a:gd name="connsiteY97" fmla="*/ 3247788 h 3249205"/>
                <a:gd name="connsiteX98" fmla="*/ 1389473 w 2890837"/>
                <a:gd name="connsiteY98" fmla="*/ 3243334 h 3249205"/>
                <a:gd name="connsiteX99" fmla="*/ 1360406 w 2890837"/>
                <a:gd name="connsiteY99" fmla="*/ 3236247 h 3249205"/>
                <a:gd name="connsiteX100" fmla="*/ 1330342 w 2890837"/>
                <a:gd name="connsiteY100" fmla="*/ 3226124 h 3249205"/>
                <a:gd name="connsiteX101" fmla="*/ 1298488 w 2890837"/>
                <a:gd name="connsiteY101" fmla="*/ 3212963 h 3249205"/>
                <a:gd name="connsiteX102" fmla="*/ 1264642 w 2890837"/>
                <a:gd name="connsiteY102" fmla="*/ 3197171 h 3249205"/>
                <a:gd name="connsiteX103" fmla="*/ 1228407 w 2890837"/>
                <a:gd name="connsiteY103" fmla="*/ 3178341 h 3249205"/>
                <a:gd name="connsiteX104" fmla="*/ 1189384 w 2890837"/>
                <a:gd name="connsiteY104" fmla="*/ 3156880 h 3249205"/>
                <a:gd name="connsiteX105" fmla="*/ 1147176 w 2890837"/>
                <a:gd name="connsiteY105" fmla="*/ 3132179 h 3249205"/>
                <a:gd name="connsiteX106" fmla="*/ 1101186 w 2890837"/>
                <a:gd name="connsiteY106" fmla="*/ 3104846 h 3249205"/>
                <a:gd name="connsiteX107" fmla="*/ 1051214 w 2890837"/>
                <a:gd name="connsiteY107" fmla="*/ 3074273 h 3249205"/>
                <a:gd name="connsiteX108" fmla="*/ 996662 w 2890837"/>
                <a:gd name="connsiteY108" fmla="*/ 3041271 h 3249205"/>
                <a:gd name="connsiteX109" fmla="*/ 937332 w 2890837"/>
                <a:gd name="connsiteY109" fmla="*/ 3005029 h 3249205"/>
                <a:gd name="connsiteX110" fmla="*/ 872826 w 2890837"/>
                <a:gd name="connsiteY110" fmla="*/ 2966155 h 3249205"/>
                <a:gd name="connsiteX111" fmla="*/ 802546 w 2890837"/>
                <a:gd name="connsiteY111" fmla="*/ 2924042 h 3249205"/>
                <a:gd name="connsiteX112" fmla="*/ 726094 w 2890837"/>
                <a:gd name="connsiteY112" fmla="*/ 2879499 h 3249205"/>
                <a:gd name="connsiteX113" fmla="*/ 649642 w 2890837"/>
                <a:gd name="connsiteY113" fmla="*/ 2835158 h 3249205"/>
                <a:gd name="connsiteX114" fmla="*/ 578366 w 2890837"/>
                <a:gd name="connsiteY114" fmla="*/ 2794867 h 3249205"/>
                <a:gd name="connsiteX115" fmla="*/ 512666 w 2890837"/>
                <a:gd name="connsiteY115" fmla="*/ 2758018 h 3249205"/>
                <a:gd name="connsiteX116" fmla="*/ 451743 w 2890837"/>
                <a:gd name="connsiteY116" fmla="*/ 2724206 h 3249205"/>
                <a:gd name="connsiteX117" fmla="*/ 396196 w 2890837"/>
                <a:gd name="connsiteY117" fmla="*/ 2693431 h 3249205"/>
                <a:gd name="connsiteX118" fmla="*/ 345029 w 2890837"/>
                <a:gd name="connsiteY118" fmla="*/ 2664883 h 3249205"/>
                <a:gd name="connsiteX119" fmla="*/ 298441 w 2890837"/>
                <a:gd name="connsiteY119" fmla="*/ 2638562 h 3249205"/>
                <a:gd name="connsiteX120" fmla="*/ 256233 w 2890837"/>
                <a:gd name="connsiteY120" fmla="*/ 2614063 h 3249205"/>
                <a:gd name="connsiteX121" fmla="*/ 218007 w 2890837"/>
                <a:gd name="connsiteY121" fmla="*/ 2590577 h 3249205"/>
                <a:gd name="connsiteX122" fmla="*/ 183564 w 2890837"/>
                <a:gd name="connsiteY122" fmla="*/ 2568508 h 3249205"/>
                <a:gd name="connsiteX123" fmla="*/ 153302 w 2890837"/>
                <a:gd name="connsiteY123" fmla="*/ 2547046 h 3249205"/>
                <a:gd name="connsiteX124" fmla="*/ 126026 w 2890837"/>
                <a:gd name="connsiteY124" fmla="*/ 2525585 h 3249205"/>
                <a:gd name="connsiteX125" fmla="*/ 102135 w 2890837"/>
                <a:gd name="connsiteY125" fmla="*/ 2504528 h 3249205"/>
                <a:gd name="connsiteX126" fmla="*/ 81628 w 2890837"/>
                <a:gd name="connsiteY126" fmla="*/ 2482864 h 3249205"/>
                <a:gd name="connsiteX127" fmla="*/ 63710 w 2890837"/>
                <a:gd name="connsiteY127" fmla="*/ 2460390 h 3249205"/>
                <a:gd name="connsiteX128" fmla="*/ 48579 w 2890837"/>
                <a:gd name="connsiteY128" fmla="*/ 2436904 h 3249205"/>
                <a:gd name="connsiteX129" fmla="*/ 36036 w 2890837"/>
                <a:gd name="connsiteY129" fmla="*/ 2412000 h 3249205"/>
                <a:gd name="connsiteX130" fmla="*/ 25683 w 2890837"/>
                <a:gd name="connsiteY130" fmla="*/ 2385275 h 3249205"/>
                <a:gd name="connsiteX131" fmla="*/ 17321 w 2890837"/>
                <a:gd name="connsiteY131" fmla="*/ 2356322 h 3249205"/>
                <a:gd name="connsiteX132" fmla="*/ 11149 w 2890837"/>
                <a:gd name="connsiteY132" fmla="*/ 2324939 h 3249205"/>
                <a:gd name="connsiteX133" fmla="*/ 6172 w 2890837"/>
                <a:gd name="connsiteY133" fmla="*/ 2290722 h 3249205"/>
                <a:gd name="connsiteX134" fmla="*/ 2986 w 2890837"/>
                <a:gd name="connsiteY134" fmla="*/ 2253265 h 3249205"/>
                <a:gd name="connsiteX135" fmla="*/ 995 w 2890837"/>
                <a:gd name="connsiteY135" fmla="*/ 2212367 h 3249205"/>
                <a:gd name="connsiteX136" fmla="*/ 199 w 2890837"/>
                <a:gd name="connsiteY136" fmla="*/ 2167419 h 3249205"/>
                <a:gd name="connsiteX137" fmla="*/ 0 w 2890837"/>
                <a:gd name="connsiteY137" fmla="*/ 2118017 h 3249205"/>
                <a:gd name="connsiteX138" fmla="*/ 597 w 2890837"/>
                <a:gd name="connsiteY138" fmla="*/ 2064161 h 3249205"/>
                <a:gd name="connsiteX139" fmla="*/ 1792 w 2890837"/>
                <a:gd name="connsiteY139" fmla="*/ 2005647 h 3249205"/>
                <a:gd name="connsiteX140" fmla="*/ 2986 w 2890837"/>
                <a:gd name="connsiteY140" fmla="*/ 1941465 h 3249205"/>
                <a:gd name="connsiteX141" fmla="*/ 4380 w 2890837"/>
                <a:gd name="connsiteY141" fmla="*/ 1871614 h 3249205"/>
                <a:gd name="connsiteX142" fmla="*/ 5575 w 2890837"/>
                <a:gd name="connsiteY142" fmla="*/ 1795891 h 3249205"/>
                <a:gd name="connsiteX143" fmla="*/ 6570 w 2890837"/>
                <a:gd name="connsiteY143" fmla="*/ 1713486 h 3249205"/>
                <a:gd name="connsiteX144" fmla="*/ 6968 w 2890837"/>
                <a:gd name="connsiteY144" fmla="*/ 1624603 h 3249205"/>
                <a:gd name="connsiteX145" fmla="*/ 6570 w 2890837"/>
                <a:gd name="connsiteY145" fmla="*/ 1535719 h 3249205"/>
                <a:gd name="connsiteX146" fmla="*/ 5575 w 2890837"/>
                <a:gd name="connsiteY146" fmla="*/ 1453315 h 3249205"/>
                <a:gd name="connsiteX147" fmla="*/ 4380 w 2890837"/>
                <a:gd name="connsiteY147" fmla="*/ 1377592 h 3249205"/>
                <a:gd name="connsiteX148" fmla="*/ 2986 w 2890837"/>
                <a:gd name="connsiteY148" fmla="*/ 1307740 h 3249205"/>
                <a:gd name="connsiteX149" fmla="*/ 1792 w 2890837"/>
                <a:gd name="connsiteY149" fmla="*/ 1243558 h 3249205"/>
                <a:gd name="connsiteX150" fmla="*/ 597 w 2890837"/>
                <a:gd name="connsiteY150" fmla="*/ 1185045 h 3249205"/>
                <a:gd name="connsiteX151" fmla="*/ 0 w 2890837"/>
                <a:gd name="connsiteY151" fmla="*/ 1131188 h 3249205"/>
                <a:gd name="connsiteX152" fmla="*/ 199 w 2890837"/>
                <a:gd name="connsiteY152" fmla="*/ 1081786 h 3249205"/>
                <a:gd name="connsiteX153" fmla="*/ 995 w 2890837"/>
                <a:gd name="connsiteY153" fmla="*/ 1036838 h 3249205"/>
                <a:gd name="connsiteX154" fmla="*/ 2986 w 2890837"/>
                <a:gd name="connsiteY154" fmla="*/ 995940 h 3249205"/>
                <a:gd name="connsiteX155" fmla="*/ 6172 w 2890837"/>
                <a:gd name="connsiteY155" fmla="*/ 958483 h 3249205"/>
                <a:gd name="connsiteX156" fmla="*/ 10950 w 2890837"/>
                <a:gd name="connsiteY156" fmla="*/ 924266 h 3249205"/>
                <a:gd name="connsiteX157" fmla="*/ 17321 w 2890837"/>
                <a:gd name="connsiteY157" fmla="*/ 892884 h 3249205"/>
                <a:gd name="connsiteX158" fmla="*/ 25683 w 2890837"/>
                <a:gd name="connsiteY158" fmla="*/ 863931 h 3249205"/>
                <a:gd name="connsiteX159" fmla="*/ 36036 w 2890837"/>
                <a:gd name="connsiteY159" fmla="*/ 837205 h 3249205"/>
                <a:gd name="connsiteX160" fmla="*/ 48579 w 2890837"/>
                <a:gd name="connsiteY160" fmla="*/ 812301 h 3249205"/>
                <a:gd name="connsiteX161" fmla="*/ 63710 w 2890837"/>
                <a:gd name="connsiteY161" fmla="*/ 788815 h 3249205"/>
                <a:gd name="connsiteX162" fmla="*/ 81628 w 2890837"/>
                <a:gd name="connsiteY162" fmla="*/ 766341 h 3249205"/>
                <a:gd name="connsiteX163" fmla="*/ 102135 w 2890837"/>
                <a:gd name="connsiteY163" fmla="*/ 744677 h 3249205"/>
                <a:gd name="connsiteX164" fmla="*/ 126026 w 2890837"/>
                <a:gd name="connsiteY164" fmla="*/ 723620 h 3249205"/>
                <a:gd name="connsiteX165" fmla="*/ 153103 w 2890837"/>
                <a:gd name="connsiteY165" fmla="*/ 702159 h 3249205"/>
                <a:gd name="connsiteX166" fmla="*/ 183564 w 2890837"/>
                <a:gd name="connsiteY166" fmla="*/ 680697 h 3249205"/>
                <a:gd name="connsiteX167" fmla="*/ 218007 w 2890837"/>
                <a:gd name="connsiteY167" fmla="*/ 658426 h 3249205"/>
                <a:gd name="connsiteX168" fmla="*/ 256034 w 2890837"/>
                <a:gd name="connsiteY168" fmla="*/ 635142 h 3249205"/>
                <a:gd name="connsiteX169" fmla="*/ 298441 w 2890837"/>
                <a:gd name="connsiteY169" fmla="*/ 610643 h 3249205"/>
                <a:gd name="connsiteX170" fmla="*/ 345029 w 2890837"/>
                <a:gd name="connsiteY170" fmla="*/ 584323 h 3249205"/>
                <a:gd name="connsiteX171" fmla="*/ 396196 w 2890837"/>
                <a:gd name="connsiteY171" fmla="*/ 555775 h 3249205"/>
                <a:gd name="connsiteX172" fmla="*/ 451743 w 2890837"/>
                <a:gd name="connsiteY172" fmla="*/ 524797 h 3249205"/>
                <a:gd name="connsiteX173" fmla="*/ 512666 w 2890837"/>
                <a:gd name="connsiteY173" fmla="*/ 490985 h 3249205"/>
                <a:gd name="connsiteX174" fmla="*/ 578366 w 2890837"/>
                <a:gd name="connsiteY174" fmla="*/ 454338 h 3249205"/>
                <a:gd name="connsiteX175" fmla="*/ 649642 w 2890837"/>
                <a:gd name="connsiteY175" fmla="*/ 414047 h 3249205"/>
                <a:gd name="connsiteX176" fmla="*/ 726094 w 2890837"/>
                <a:gd name="connsiteY176" fmla="*/ 369706 h 3249205"/>
                <a:gd name="connsiteX177" fmla="*/ 802546 w 2890837"/>
                <a:gd name="connsiteY177" fmla="*/ 325164 h 3249205"/>
                <a:gd name="connsiteX178" fmla="*/ 872826 w 2890837"/>
                <a:gd name="connsiteY178" fmla="*/ 283050 h 3249205"/>
                <a:gd name="connsiteX179" fmla="*/ 937332 w 2890837"/>
                <a:gd name="connsiteY179" fmla="*/ 244176 h 3249205"/>
                <a:gd name="connsiteX180" fmla="*/ 996662 w 2890837"/>
                <a:gd name="connsiteY180" fmla="*/ 207935 h 3249205"/>
                <a:gd name="connsiteX181" fmla="*/ 1051214 w 2890837"/>
                <a:gd name="connsiteY181" fmla="*/ 174932 h 3249205"/>
                <a:gd name="connsiteX182" fmla="*/ 1101186 w 2890837"/>
                <a:gd name="connsiteY182" fmla="*/ 144360 h 3249205"/>
                <a:gd name="connsiteX183" fmla="*/ 1147176 w 2890837"/>
                <a:gd name="connsiteY183" fmla="*/ 117027 h 3249205"/>
                <a:gd name="connsiteX184" fmla="*/ 1189384 w 2890837"/>
                <a:gd name="connsiteY184" fmla="*/ 92325 h 3249205"/>
                <a:gd name="connsiteX185" fmla="*/ 1228407 w 2890837"/>
                <a:gd name="connsiteY185" fmla="*/ 70864 h 3249205"/>
                <a:gd name="connsiteX186" fmla="*/ 1264642 w 2890837"/>
                <a:gd name="connsiteY186" fmla="*/ 52034 h 3249205"/>
                <a:gd name="connsiteX187" fmla="*/ 1298488 w 2890837"/>
                <a:gd name="connsiteY187" fmla="*/ 36242 h 3249205"/>
                <a:gd name="connsiteX188" fmla="*/ 1330342 w 2890837"/>
                <a:gd name="connsiteY188" fmla="*/ 23081 h 3249205"/>
                <a:gd name="connsiteX189" fmla="*/ 1360406 w 2890837"/>
                <a:gd name="connsiteY189" fmla="*/ 12958 h 3249205"/>
                <a:gd name="connsiteX190" fmla="*/ 1389473 w 2890837"/>
                <a:gd name="connsiteY190" fmla="*/ 5872 h 3249205"/>
                <a:gd name="connsiteX191" fmla="*/ 1417744 w 2890837"/>
                <a:gd name="connsiteY191" fmla="*/ 1417 h 3249205"/>
                <a:gd name="connsiteX192" fmla="*/ 1445618 w 2890837"/>
                <a:gd name="connsiteY192" fmla="*/ 0 h 324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2890837" h="3249205">
                  <a:moveTo>
                    <a:pt x="1445618" y="0"/>
                  </a:moveTo>
                  <a:lnTo>
                    <a:pt x="1473092" y="1417"/>
                  </a:lnTo>
                  <a:lnTo>
                    <a:pt x="1501364" y="5872"/>
                  </a:lnTo>
                  <a:lnTo>
                    <a:pt x="1530431" y="12958"/>
                  </a:lnTo>
                  <a:lnTo>
                    <a:pt x="1560494" y="23081"/>
                  </a:lnTo>
                  <a:lnTo>
                    <a:pt x="1592350" y="36242"/>
                  </a:lnTo>
                  <a:lnTo>
                    <a:pt x="1626195" y="52034"/>
                  </a:lnTo>
                  <a:lnTo>
                    <a:pt x="1662430" y="70864"/>
                  </a:lnTo>
                  <a:lnTo>
                    <a:pt x="1701453" y="92325"/>
                  </a:lnTo>
                  <a:lnTo>
                    <a:pt x="1743660" y="117027"/>
                  </a:lnTo>
                  <a:lnTo>
                    <a:pt x="1789651" y="144360"/>
                  </a:lnTo>
                  <a:lnTo>
                    <a:pt x="1839624" y="174932"/>
                  </a:lnTo>
                  <a:lnTo>
                    <a:pt x="1894175" y="207935"/>
                  </a:lnTo>
                  <a:lnTo>
                    <a:pt x="1953505" y="244176"/>
                  </a:lnTo>
                  <a:lnTo>
                    <a:pt x="2018011" y="283050"/>
                  </a:lnTo>
                  <a:lnTo>
                    <a:pt x="2088291" y="325164"/>
                  </a:lnTo>
                  <a:lnTo>
                    <a:pt x="2164743" y="369706"/>
                  </a:lnTo>
                  <a:lnTo>
                    <a:pt x="2241195" y="414047"/>
                  </a:lnTo>
                  <a:lnTo>
                    <a:pt x="2312470" y="454338"/>
                  </a:lnTo>
                  <a:lnTo>
                    <a:pt x="2378171" y="491187"/>
                  </a:lnTo>
                  <a:lnTo>
                    <a:pt x="2439094" y="524999"/>
                  </a:lnTo>
                  <a:lnTo>
                    <a:pt x="2494641" y="555775"/>
                  </a:lnTo>
                  <a:lnTo>
                    <a:pt x="2545808" y="584323"/>
                  </a:lnTo>
                  <a:lnTo>
                    <a:pt x="2592396" y="610643"/>
                  </a:lnTo>
                  <a:lnTo>
                    <a:pt x="2634604" y="635142"/>
                  </a:lnTo>
                  <a:lnTo>
                    <a:pt x="2672830" y="658628"/>
                  </a:lnTo>
                  <a:lnTo>
                    <a:pt x="2707273" y="680697"/>
                  </a:lnTo>
                  <a:lnTo>
                    <a:pt x="2737535" y="702159"/>
                  </a:lnTo>
                  <a:lnTo>
                    <a:pt x="2764811" y="723620"/>
                  </a:lnTo>
                  <a:lnTo>
                    <a:pt x="2788702" y="744677"/>
                  </a:lnTo>
                  <a:lnTo>
                    <a:pt x="2809209" y="766341"/>
                  </a:lnTo>
                  <a:lnTo>
                    <a:pt x="2827127" y="788815"/>
                  </a:lnTo>
                  <a:lnTo>
                    <a:pt x="2842258" y="812301"/>
                  </a:lnTo>
                  <a:lnTo>
                    <a:pt x="2854801" y="837205"/>
                  </a:lnTo>
                  <a:lnTo>
                    <a:pt x="2865154" y="863931"/>
                  </a:lnTo>
                  <a:lnTo>
                    <a:pt x="2873516" y="892884"/>
                  </a:lnTo>
                  <a:lnTo>
                    <a:pt x="2879688" y="924266"/>
                  </a:lnTo>
                  <a:lnTo>
                    <a:pt x="2884665" y="958483"/>
                  </a:lnTo>
                  <a:lnTo>
                    <a:pt x="2887850" y="995940"/>
                  </a:lnTo>
                  <a:lnTo>
                    <a:pt x="2889842" y="1036838"/>
                  </a:lnTo>
                  <a:lnTo>
                    <a:pt x="2890638" y="1081786"/>
                  </a:lnTo>
                  <a:lnTo>
                    <a:pt x="2890837" y="1131188"/>
                  </a:lnTo>
                  <a:lnTo>
                    <a:pt x="2890240" y="1185045"/>
                  </a:lnTo>
                  <a:lnTo>
                    <a:pt x="2889045" y="1243558"/>
                  </a:lnTo>
                  <a:lnTo>
                    <a:pt x="2887850" y="1307740"/>
                  </a:lnTo>
                  <a:lnTo>
                    <a:pt x="2886457" y="1377592"/>
                  </a:lnTo>
                  <a:lnTo>
                    <a:pt x="2885262" y="1453315"/>
                  </a:lnTo>
                  <a:lnTo>
                    <a:pt x="2884267" y="1535719"/>
                  </a:lnTo>
                  <a:lnTo>
                    <a:pt x="2883869" y="1624603"/>
                  </a:lnTo>
                  <a:lnTo>
                    <a:pt x="2884267" y="1713486"/>
                  </a:lnTo>
                  <a:lnTo>
                    <a:pt x="2885262" y="1795891"/>
                  </a:lnTo>
                  <a:lnTo>
                    <a:pt x="2886457" y="1871614"/>
                  </a:lnTo>
                  <a:lnTo>
                    <a:pt x="2887850" y="1941465"/>
                  </a:lnTo>
                  <a:lnTo>
                    <a:pt x="2889045" y="2005647"/>
                  </a:lnTo>
                  <a:lnTo>
                    <a:pt x="2890240" y="2064161"/>
                  </a:lnTo>
                  <a:lnTo>
                    <a:pt x="2890837" y="2118017"/>
                  </a:lnTo>
                  <a:lnTo>
                    <a:pt x="2890638" y="2167419"/>
                  </a:lnTo>
                  <a:lnTo>
                    <a:pt x="2889842" y="2212367"/>
                  </a:lnTo>
                  <a:lnTo>
                    <a:pt x="2887850" y="2253265"/>
                  </a:lnTo>
                  <a:lnTo>
                    <a:pt x="2884665" y="2290722"/>
                  </a:lnTo>
                  <a:lnTo>
                    <a:pt x="2879887" y="2324939"/>
                  </a:lnTo>
                  <a:lnTo>
                    <a:pt x="2873516" y="2356322"/>
                  </a:lnTo>
                  <a:lnTo>
                    <a:pt x="2865154" y="2385275"/>
                  </a:lnTo>
                  <a:lnTo>
                    <a:pt x="2854801" y="2412000"/>
                  </a:lnTo>
                  <a:lnTo>
                    <a:pt x="2842258" y="2436904"/>
                  </a:lnTo>
                  <a:lnTo>
                    <a:pt x="2827127" y="2460390"/>
                  </a:lnTo>
                  <a:lnTo>
                    <a:pt x="2809209" y="2482864"/>
                  </a:lnTo>
                  <a:lnTo>
                    <a:pt x="2788702" y="2504528"/>
                  </a:lnTo>
                  <a:lnTo>
                    <a:pt x="2764811" y="2525585"/>
                  </a:lnTo>
                  <a:lnTo>
                    <a:pt x="2737734" y="2547046"/>
                  </a:lnTo>
                  <a:lnTo>
                    <a:pt x="2707273" y="2568508"/>
                  </a:lnTo>
                  <a:lnTo>
                    <a:pt x="2672830" y="2590779"/>
                  </a:lnTo>
                  <a:lnTo>
                    <a:pt x="2634803" y="2614063"/>
                  </a:lnTo>
                  <a:lnTo>
                    <a:pt x="2592396" y="2638562"/>
                  </a:lnTo>
                  <a:lnTo>
                    <a:pt x="2545808" y="2664883"/>
                  </a:lnTo>
                  <a:lnTo>
                    <a:pt x="2494641" y="2693431"/>
                  </a:lnTo>
                  <a:lnTo>
                    <a:pt x="2439094" y="2724408"/>
                  </a:lnTo>
                  <a:lnTo>
                    <a:pt x="2378171" y="2758220"/>
                  </a:lnTo>
                  <a:lnTo>
                    <a:pt x="2312470" y="2794867"/>
                  </a:lnTo>
                  <a:lnTo>
                    <a:pt x="2241195" y="2835158"/>
                  </a:lnTo>
                  <a:lnTo>
                    <a:pt x="2164743" y="2879499"/>
                  </a:lnTo>
                  <a:lnTo>
                    <a:pt x="2088291" y="2924042"/>
                  </a:lnTo>
                  <a:lnTo>
                    <a:pt x="2018011" y="2966155"/>
                  </a:lnTo>
                  <a:lnTo>
                    <a:pt x="1953505" y="3005029"/>
                  </a:lnTo>
                  <a:lnTo>
                    <a:pt x="1894175" y="3041271"/>
                  </a:lnTo>
                  <a:lnTo>
                    <a:pt x="1839624" y="3074273"/>
                  </a:lnTo>
                  <a:lnTo>
                    <a:pt x="1789651" y="3104846"/>
                  </a:lnTo>
                  <a:lnTo>
                    <a:pt x="1743660" y="3132179"/>
                  </a:lnTo>
                  <a:lnTo>
                    <a:pt x="1701453" y="3156880"/>
                  </a:lnTo>
                  <a:lnTo>
                    <a:pt x="1662430" y="3178341"/>
                  </a:lnTo>
                  <a:lnTo>
                    <a:pt x="1626195" y="3197171"/>
                  </a:lnTo>
                  <a:lnTo>
                    <a:pt x="1592350" y="3212963"/>
                  </a:lnTo>
                  <a:lnTo>
                    <a:pt x="1560494" y="3226124"/>
                  </a:lnTo>
                  <a:lnTo>
                    <a:pt x="1530431" y="3236247"/>
                  </a:lnTo>
                  <a:lnTo>
                    <a:pt x="1501364" y="3243334"/>
                  </a:lnTo>
                  <a:lnTo>
                    <a:pt x="1473092" y="3247788"/>
                  </a:lnTo>
                  <a:lnTo>
                    <a:pt x="1445618" y="3249205"/>
                  </a:lnTo>
                  <a:lnTo>
                    <a:pt x="1417744" y="3247788"/>
                  </a:lnTo>
                  <a:lnTo>
                    <a:pt x="1389473" y="3243334"/>
                  </a:lnTo>
                  <a:lnTo>
                    <a:pt x="1360406" y="3236247"/>
                  </a:lnTo>
                  <a:lnTo>
                    <a:pt x="1330342" y="3226124"/>
                  </a:lnTo>
                  <a:lnTo>
                    <a:pt x="1298488" y="3212963"/>
                  </a:lnTo>
                  <a:lnTo>
                    <a:pt x="1264642" y="3197171"/>
                  </a:lnTo>
                  <a:lnTo>
                    <a:pt x="1228407" y="3178341"/>
                  </a:lnTo>
                  <a:lnTo>
                    <a:pt x="1189384" y="3156880"/>
                  </a:lnTo>
                  <a:lnTo>
                    <a:pt x="1147176" y="3132179"/>
                  </a:lnTo>
                  <a:lnTo>
                    <a:pt x="1101186" y="3104846"/>
                  </a:lnTo>
                  <a:lnTo>
                    <a:pt x="1051214" y="3074273"/>
                  </a:lnTo>
                  <a:lnTo>
                    <a:pt x="996662" y="3041271"/>
                  </a:lnTo>
                  <a:lnTo>
                    <a:pt x="937332" y="3005029"/>
                  </a:lnTo>
                  <a:lnTo>
                    <a:pt x="872826" y="2966155"/>
                  </a:lnTo>
                  <a:lnTo>
                    <a:pt x="802546" y="2924042"/>
                  </a:lnTo>
                  <a:lnTo>
                    <a:pt x="726094" y="2879499"/>
                  </a:lnTo>
                  <a:lnTo>
                    <a:pt x="649642" y="2835158"/>
                  </a:lnTo>
                  <a:lnTo>
                    <a:pt x="578366" y="2794867"/>
                  </a:lnTo>
                  <a:lnTo>
                    <a:pt x="512666" y="2758018"/>
                  </a:lnTo>
                  <a:lnTo>
                    <a:pt x="451743" y="2724206"/>
                  </a:lnTo>
                  <a:lnTo>
                    <a:pt x="396196" y="2693431"/>
                  </a:lnTo>
                  <a:lnTo>
                    <a:pt x="345029" y="2664883"/>
                  </a:lnTo>
                  <a:lnTo>
                    <a:pt x="298441" y="2638562"/>
                  </a:lnTo>
                  <a:lnTo>
                    <a:pt x="256233" y="2614063"/>
                  </a:lnTo>
                  <a:lnTo>
                    <a:pt x="218007" y="2590577"/>
                  </a:lnTo>
                  <a:lnTo>
                    <a:pt x="183564" y="2568508"/>
                  </a:lnTo>
                  <a:lnTo>
                    <a:pt x="153302" y="2547046"/>
                  </a:lnTo>
                  <a:lnTo>
                    <a:pt x="126026" y="2525585"/>
                  </a:lnTo>
                  <a:lnTo>
                    <a:pt x="102135" y="2504528"/>
                  </a:lnTo>
                  <a:lnTo>
                    <a:pt x="81628" y="2482864"/>
                  </a:lnTo>
                  <a:lnTo>
                    <a:pt x="63710" y="2460390"/>
                  </a:lnTo>
                  <a:lnTo>
                    <a:pt x="48579" y="2436904"/>
                  </a:lnTo>
                  <a:lnTo>
                    <a:pt x="36036" y="2412000"/>
                  </a:lnTo>
                  <a:lnTo>
                    <a:pt x="25683" y="2385275"/>
                  </a:lnTo>
                  <a:lnTo>
                    <a:pt x="17321" y="2356322"/>
                  </a:lnTo>
                  <a:lnTo>
                    <a:pt x="11149" y="2324939"/>
                  </a:lnTo>
                  <a:lnTo>
                    <a:pt x="6172" y="2290722"/>
                  </a:lnTo>
                  <a:lnTo>
                    <a:pt x="2986" y="2253265"/>
                  </a:lnTo>
                  <a:lnTo>
                    <a:pt x="995" y="2212367"/>
                  </a:lnTo>
                  <a:lnTo>
                    <a:pt x="199" y="2167419"/>
                  </a:lnTo>
                  <a:lnTo>
                    <a:pt x="0" y="2118017"/>
                  </a:lnTo>
                  <a:lnTo>
                    <a:pt x="597" y="2064161"/>
                  </a:lnTo>
                  <a:lnTo>
                    <a:pt x="1792" y="2005647"/>
                  </a:lnTo>
                  <a:lnTo>
                    <a:pt x="2986" y="1941465"/>
                  </a:lnTo>
                  <a:lnTo>
                    <a:pt x="4380" y="1871614"/>
                  </a:lnTo>
                  <a:lnTo>
                    <a:pt x="5575" y="1795891"/>
                  </a:lnTo>
                  <a:lnTo>
                    <a:pt x="6570" y="1713486"/>
                  </a:lnTo>
                  <a:lnTo>
                    <a:pt x="6968" y="1624603"/>
                  </a:lnTo>
                  <a:lnTo>
                    <a:pt x="6570" y="1535719"/>
                  </a:lnTo>
                  <a:lnTo>
                    <a:pt x="5575" y="1453315"/>
                  </a:lnTo>
                  <a:lnTo>
                    <a:pt x="4380" y="1377592"/>
                  </a:lnTo>
                  <a:lnTo>
                    <a:pt x="2986" y="1307740"/>
                  </a:lnTo>
                  <a:lnTo>
                    <a:pt x="1792" y="1243558"/>
                  </a:lnTo>
                  <a:lnTo>
                    <a:pt x="597" y="1185045"/>
                  </a:lnTo>
                  <a:lnTo>
                    <a:pt x="0" y="1131188"/>
                  </a:lnTo>
                  <a:lnTo>
                    <a:pt x="199" y="1081786"/>
                  </a:lnTo>
                  <a:lnTo>
                    <a:pt x="995" y="1036838"/>
                  </a:lnTo>
                  <a:lnTo>
                    <a:pt x="2986" y="995940"/>
                  </a:lnTo>
                  <a:lnTo>
                    <a:pt x="6172" y="958483"/>
                  </a:lnTo>
                  <a:lnTo>
                    <a:pt x="10950" y="924266"/>
                  </a:lnTo>
                  <a:lnTo>
                    <a:pt x="17321" y="892884"/>
                  </a:lnTo>
                  <a:lnTo>
                    <a:pt x="25683" y="863931"/>
                  </a:lnTo>
                  <a:lnTo>
                    <a:pt x="36036" y="837205"/>
                  </a:lnTo>
                  <a:lnTo>
                    <a:pt x="48579" y="812301"/>
                  </a:lnTo>
                  <a:lnTo>
                    <a:pt x="63710" y="788815"/>
                  </a:lnTo>
                  <a:lnTo>
                    <a:pt x="81628" y="766341"/>
                  </a:lnTo>
                  <a:lnTo>
                    <a:pt x="102135" y="744677"/>
                  </a:lnTo>
                  <a:lnTo>
                    <a:pt x="126026" y="723620"/>
                  </a:lnTo>
                  <a:lnTo>
                    <a:pt x="153103" y="702159"/>
                  </a:lnTo>
                  <a:lnTo>
                    <a:pt x="183564" y="680697"/>
                  </a:lnTo>
                  <a:lnTo>
                    <a:pt x="218007" y="658426"/>
                  </a:lnTo>
                  <a:lnTo>
                    <a:pt x="256034" y="635142"/>
                  </a:lnTo>
                  <a:lnTo>
                    <a:pt x="298441" y="610643"/>
                  </a:lnTo>
                  <a:lnTo>
                    <a:pt x="345029" y="584323"/>
                  </a:lnTo>
                  <a:lnTo>
                    <a:pt x="396196" y="555775"/>
                  </a:lnTo>
                  <a:lnTo>
                    <a:pt x="451743" y="524797"/>
                  </a:lnTo>
                  <a:lnTo>
                    <a:pt x="512666" y="490985"/>
                  </a:lnTo>
                  <a:lnTo>
                    <a:pt x="578366" y="454338"/>
                  </a:lnTo>
                  <a:lnTo>
                    <a:pt x="649642" y="414047"/>
                  </a:lnTo>
                  <a:lnTo>
                    <a:pt x="726094" y="369706"/>
                  </a:lnTo>
                  <a:lnTo>
                    <a:pt x="802546" y="325164"/>
                  </a:lnTo>
                  <a:lnTo>
                    <a:pt x="872826" y="283050"/>
                  </a:lnTo>
                  <a:lnTo>
                    <a:pt x="937332" y="244176"/>
                  </a:lnTo>
                  <a:lnTo>
                    <a:pt x="996662" y="207935"/>
                  </a:lnTo>
                  <a:lnTo>
                    <a:pt x="1051214" y="174932"/>
                  </a:lnTo>
                  <a:lnTo>
                    <a:pt x="1101186" y="144360"/>
                  </a:lnTo>
                  <a:lnTo>
                    <a:pt x="1147176" y="117027"/>
                  </a:lnTo>
                  <a:lnTo>
                    <a:pt x="1189384" y="92325"/>
                  </a:lnTo>
                  <a:lnTo>
                    <a:pt x="1228407" y="70864"/>
                  </a:lnTo>
                  <a:lnTo>
                    <a:pt x="1264642" y="52034"/>
                  </a:lnTo>
                  <a:lnTo>
                    <a:pt x="1298488" y="36242"/>
                  </a:lnTo>
                  <a:lnTo>
                    <a:pt x="1330342" y="23081"/>
                  </a:lnTo>
                  <a:lnTo>
                    <a:pt x="1360406" y="12958"/>
                  </a:lnTo>
                  <a:lnTo>
                    <a:pt x="1389473" y="5872"/>
                  </a:lnTo>
                  <a:lnTo>
                    <a:pt x="1417744" y="1417"/>
                  </a:lnTo>
                  <a:lnTo>
                    <a:pt x="1445618" y="0"/>
                  </a:lnTo>
                  <a:close/>
                </a:path>
              </a:pathLst>
            </a:custGeom>
            <a:solidFill>
              <a:srgbClr val="121416"/>
            </a:solidFill>
            <a:ln>
              <a:noFill/>
            </a:ln>
            <a:effectLst>
              <a:outerShdw blurRad="546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183AF65-541D-4F95-9972-8F89BE4CABDA}"/>
                </a:ext>
              </a:extLst>
            </p:cNvPr>
            <p:cNvGrpSpPr/>
            <p:nvPr/>
          </p:nvGrpSpPr>
          <p:grpSpPr>
            <a:xfrm>
              <a:off x="1964358" y="3691975"/>
              <a:ext cx="2089782" cy="1213281"/>
              <a:chOff x="1964358" y="3797661"/>
              <a:chExt cx="2089782" cy="1213281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D712A22-DD88-490D-9320-E422E62F10F6}"/>
                  </a:ext>
                </a:extLst>
              </p:cNvPr>
              <p:cNvSpPr/>
              <p:nvPr/>
            </p:nvSpPr>
            <p:spPr>
              <a:xfrm>
                <a:off x="1964358" y="4166993"/>
                <a:ext cx="2089782" cy="8439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Password hashes primarily stored under </a:t>
                </a:r>
                <a:r>
                  <a:rPr lang="en-US" sz="1400" b="1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USR02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3E9242-1D35-4930-81DF-C24DC94150CE}"/>
                  </a:ext>
                </a:extLst>
              </p:cNvPr>
              <p:cNvSpPr txBox="1"/>
              <p:nvPr/>
            </p:nvSpPr>
            <p:spPr>
              <a:xfrm>
                <a:off x="1964358" y="3797661"/>
                <a:ext cx="20897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  <a:cs typeface="Plus Jakarta Sans" pitchFamily="2" charset="0"/>
                  </a:rPr>
                  <a:t>Location</a:t>
                </a: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AD218AB-62F7-4437-833B-D65FD5B7EA59}"/>
                </a:ext>
              </a:extLst>
            </p:cNvPr>
            <p:cNvSpPr/>
            <p:nvPr/>
          </p:nvSpPr>
          <p:spPr>
            <a:xfrm>
              <a:off x="2748248" y="3008412"/>
              <a:ext cx="522002" cy="522002"/>
            </a:xfrm>
            <a:prstGeom prst="rect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845869" y="2643349"/>
            <a:ext cx="2500463" cy="2810431"/>
            <a:chOff x="4845869" y="2643349"/>
            <a:chExt cx="2500463" cy="281043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1CB45CD-4A61-4B1A-8FE6-A88459C826FC}"/>
                </a:ext>
              </a:extLst>
            </p:cNvPr>
            <p:cNvSpPr/>
            <p:nvPr/>
          </p:nvSpPr>
          <p:spPr>
            <a:xfrm>
              <a:off x="4845869" y="2643349"/>
              <a:ext cx="2500463" cy="2810431"/>
            </a:xfrm>
            <a:custGeom>
              <a:avLst/>
              <a:gdLst>
                <a:gd name="connsiteX0" fmla="*/ 1445618 w 2890837"/>
                <a:gd name="connsiteY0" fmla="*/ 0 h 3249205"/>
                <a:gd name="connsiteX1" fmla="*/ 1473092 w 2890837"/>
                <a:gd name="connsiteY1" fmla="*/ 1417 h 3249205"/>
                <a:gd name="connsiteX2" fmla="*/ 1501364 w 2890837"/>
                <a:gd name="connsiteY2" fmla="*/ 5872 h 3249205"/>
                <a:gd name="connsiteX3" fmla="*/ 1530431 w 2890837"/>
                <a:gd name="connsiteY3" fmla="*/ 12958 h 3249205"/>
                <a:gd name="connsiteX4" fmla="*/ 1560494 w 2890837"/>
                <a:gd name="connsiteY4" fmla="*/ 23081 h 3249205"/>
                <a:gd name="connsiteX5" fmla="*/ 1592350 w 2890837"/>
                <a:gd name="connsiteY5" fmla="*/ 36242 h 3249205"/>
                <a:gd name="connsiteX6" fmla="*/ 1626195 w 2890837"/>
                <a:gd name="connsiteY6" fmla="*/ 52034 h 3249205"/>
                <a:gd name="connsiteX7" fmla="*/ 1662430 w 2890837"/>
                <a:gd name="connsiteY7" fmla="*/ 70864 h 3249205"/>
                <a:gd name="connsiteX8" fmla="*/ 1701453 w 2890837"/>
                <a:gd name="connsiteY8" fmla="*/ 92325 h 3249205"/>
                <a:gd name="connsiteX9" fmla="*/ 1743660 w 2890837"/>
                <a:gd name="connsiteY9" fmla="*/ 117027 h 3249205"/>
                <a:gd name="connsiteX10" fmla="*/ 1789651 w 2890837"/>
                <a:gd name="connsiteY10" fmla="*/ 144360 h 3249205"/>
                <a:gd name="connsiteX11" fmla="*/ 1839624 w 2890837"/>
                <a:gd name="connsiteY11" fmla="*/ 174932 h 3249205"/>
                <a:gd name="connsiteX12" fmla="*/ 1894175 w 2890837"/>
                <a:gd name="connsiteY12" fmla="*/ 207935 h 3249205"/>
                <a:gd name="connsiteX13" fmla="*/ 1953505 w 2890837"/>
                <a:gd name="connsiteY13" fmla="*/ 244176 h 3249205"/>
                <a:gd name="connsiteX14" fmla="*/ 2018011 w 2890837"/>
                <a:gd name="connsiteY14" fmla="*/ 283050 h 3249205"/>
                <a:gd name="connsiteX15" fmla="*/ 2088291 w 2890837"/>
                <a:gd name="connsiteY15" fmla="*/ 325164 h 3249205"/>
                <a:gd name="connsiteX16" fmla="*/ 2164743 w 2890837"/>
                <a:gd name="connsiteY16" fmla="*/ 369706 h 3249205"/>
                <a:gd name="connsiteX17" fmla="*/ 2241195 w 2890837"/>
                <a:gd name="connsiteY17" fmla="*/ 414047 h 3249205"/>
                <a:gd name="connsiteX18" fmla="*/ 2312470 w 2890837"/>
                <a:gd name="connsiteY18" fmla="*/ 454338 h 3249205"/>
                <a:gd name="connsiteX19" fmla="*/ 2378171 w 2890837"/>
                <a:gd name="connsiteY19" fmla="*/ 491187 h 3249205"/>
                <a:gd name="connsiteX20" fmla="*/ 2439094 w 2890837"/>
                <a:gd name="connsiteY20" fmla="*/ 524999 h 3249205"/>
                <a:gd name="connsiteX21" fmla="*/ 2494641 w 2890837"/>
                <a:gd name="connsiteY21" fmla="*/ 555775 h 3249205"/>
                <a:gd name="connsiteX22" fmla="*/ 2545808 w 2890837"/>
                <a:gd name="connsiteY22" fmla="*/ 584323 h 3249205"/>
                <a:gd name="connsiteX23" fmla="*/ 2592396 w 2890837"/>
                <a:gd name="connsiteY23" fmla="*/ 610643 h 3249205"/>
                <a:gd name="connsiteX24" fmla="*/ 2634604 w 2890837"/>
                <a:gd name="connsiteY24" fmla="*/ 635142 h 3249205"/>
                <a:gd name="connsiteX25" fmla="*/ 2672830 w 2890837"/>
                <a:gd name="connsiteY25" fmla="*/ 658628 h 3249205"/>
                <a:gd name="connsiteX26" fmla="*/ 2707273 w 2890837"/>
                <a:gd name="connsiteY26" fmla="*/ 680697 h 3249205"/>
                <a:gd name="connsiteX27" fmla="*/ 2737535 w 2890837"/>
                <a:gd name="connsiteY27" fmla="*/ 702159 h 3249205"/>
                <a:gd name="connsiteX28" fmla="*/ 2764811 w 2890837"/>
                <a:gd name="connsiteY28" fmla="*/ 723620 h 3249205"/>
                <a:gd name="connsiteX29" fmla="*/ 2788702 w 2890837"/>
                <a:gd name="connsiteY29" fmla="*/ 744677 h 3249205"/>
                <a:gd name="connsiteX30" fmla="*/ 2809209 w 2890837"/>
                <a:gd name="connsiteY30" fmla="*/ 766341 h 3249205"/>
                <a:gd name="connsiteX31" fmla="*/ 2827127 w 2890837"/>
                <a:gd name="connsiteY31" fmla="*/ 788815 h 3249205"/>
                <a:gd name="connsiteX32" fmla="*/ 2842258 w 2890837"/>
                <a:gd name="connsiteY32" fmla="*/ 812301 h 3249205"/>
                <a:gd name="connsiteX33" fmla="*/ 2854801 w 2890837"/>
                <a:gd name="connsiteY33" fmla="*/ 837205 h 3249205"/>
                <a:gd name="connsiteX34" fmla="*/ 2865154 w 2890837"/>
                <a:gd name="connsiteY34" fmla="*/ 863931 h 3249205"/>
                <a:gd name="connsiteX35" fmla="*/ 2873516 w 2890837"/>
                <a:gd name="connsiteY35" fmla="*/ 892884 h 3249205"/>
                <a:gd name="connsiteX36" fmla="*/ 2879688 w 2890837"/>
                <a:gd name="connsiteY36" fmla="*/ 924266 h 3249205"/>
                <a:gd name="connsiteX37" fmla="*/ 2884665 w 2890837"/>
                <a:gd name="connsiteY37" fmla="*/ 958483 h 3249205"/>
                <a:gd name="connsiteX38" fmla="*/ 2887850 w 2890837"/>
                <a:gd name="connsiteY38" fmla="*/ 995940 h 3249205"/>
                <a:gd name="connsiteX39" fmla="*/ 2889842 w 2890837"/>
                <a:gd name="connsiteY39" fmla="*/ 1036838 h 3249205"/>
                <a:gd name="connsiteX40" fmla="*/ 2890638 w 2890837"/>
                <a:gd name="connsiteY40" fmla="*/ 1081786 h 3249205"/>
                <a:gd name="connsiteX41" fmla="*/ 2890837 w 2890837"/>
                <a:gd name="connsiteY41" fmla="*/ 1131188 h 3249205"/>
                <a:gd name="connsiteX42" fmla="*/ 2890240 w 2890837"/>
                <a:gd name="connsiteY42" fmla="*/ 1185045 h 3249205"/>
                <a:gd name="connsiteX43" fmla="*/ 2889045 w 2890837"/>
                <a:gd name="connsiteY43" fmla="*/ 1243558 h 3249205"/>
                <a:gd name="connsiteX44" fmla="*/ 2887850 w 2890837"/>
                <a:gd name="connsiteY44" fmla="*/ 1307740 h 3249205"/>
                <a:gd name="connsiteX45" fmla="*/ 2886457 w 2890837"/>
                <a:gd name="connsiteY45" fmla="*/ 1377592 h 3249205"/>
                <a:gd name="connsiteX46" fmla="*/ 2885262 w 2890837"/>
                <a:gd name="connsiteY46" fmla="*/ 1453315 h 3249205"/>
                <a:gd name="connsiteX47" fmla="*/ 2884267 w 2890837"/>
                <a:gd name="connsiteY47" fmla="*/ 1535719 h 3249205"/>
                <a:gd name="connsiteX48" fmla="*/ 2883869 w 2890837"/>
                <a:gd name="connsiteY48" fmla="*/ 1624603 h 3249205"/>
                <a:gd name="connsiteX49" fmla="*/ 2884267 w 2890837"/>
                <a:gd name="connsiteY49" fmla="*/ 1713486 h 3249205"/>
                <a:gd name="connsiteX50" fmla="*/ 2885262 w 2890837"/>
                <a:gd name="connsiteY50" fmla="*/ 1795891 h 3249205"/>
                <a:gd name="connsiteX51" fmla="*/ 2886457 w 2890837"/>
                <a:gd name="connsiteY51" fmla="*/ 1871614 h 3249205"/>
                <a:gd name="connsiteX52" fmla="*/ 2887850 w 2890837"/>
                <a:gd name="connsiteY52" fmla="*/ 1941465 h 3249205"/>
                <a:gd name="connsiteX53" fmla="*/ 2889045 w 2890837"/>
                <a:gd name="connsiteY53" fmla="*/ 2005647 h 3249205"/>
                <a:gd name="connsiteX54" fmla="*/ 2890240 w 2890837"/>
                <a:gd name="connsiteY54" fmla="*/ 2064161 h 3249205"/>
                <a:gd name="connsiteX55" fmla="*/ 2890837 w 2890837"/>
                <a:gd name="connsiteY55" fmla="*/ 2118017 h 3249205"/>
                <a:gd name="connsiteX56" fmla="*/ 2890638 w 2890837"/>
                <a:gd name="connsiteY56" fmla="*/ 2167419 h 3249205"/>
                <a:gd name="connsiteX57" fmla="*/ 2889842 w 2890837"/>
                <a:gd name="connsiteY57" fmla="*/ 2212367 h 3249205"/>
                <a:gd name="connsiteX58" fmla="*/ 2887850 w 2890837"/>
                <a:gd name="connsiteY58" fmla="*/ 2253265 h 3249205"/>
                <a:gd name="connsiteX59" fmla="*/ 2884665 w 2890837"/>
                <a:gd name="connsiteY59" fmla="*/ 2290722 h 3249205"/>
                <a:gd name="connsiteX60" fmla="*/ 2879887 w 2890837"/>
                <a:gd name="connsiteY60" fmla="*/ 2324939 h 3249205"/>
                <a:gd name="connsiteX61" fmla="*/ 2873516 w 2890837"/>
                <a:gd name="connsiteY61" fmla="*/ 2356322 h 3249205"/>
                <a:gd name="connsiteX62" fmla="*/ 2865154 w 2890837"/>
                <a:gd name="connsiteY62" fmla="*/ 2385275 h 3249205"/>
                <a:gd name="connsiteX63" fmla="*/ 2854801 w 2890837"/>
                <a:gd name="connsiteY63" fmla="*/ 2412000 h 3249205"/>
                <a:gd name="connsiteX64" fmla="*/ 2842258 w 2890837"/>
                <a:gd name="connsiteY64" fmla="*/ 2436904 h 3249205"/>
                <a:gd name="connsiteX65" fmla="*/ 2827127 w 2890837"/>
                <a:gd name="connsiteY65" fmla="*/ 2460390 h 3249205"/>
                <a:gd name="connsiteX66" fmla="*/ 2809209 w 2890837"/>
                <a:gd name="connsiteY66" fmla="*/ 2482864 h 3249205"/>
                <a:gd name="connsiteX67" fmla="*/ 2788702 w 2890837"/>
                <a:gd name="connsiteY67" fmla="*/ 2504528 h 3249205"/>
                <a:gd name="connsiteX68" fmla="*/ 2764811 w 2890837"/>
                <a:gd name="connsiteY68" fmla="*/ 2525585 h 3249205"/>
                <a:gd name="connsiteX69" fmla="*/ 2737734 w 2890837"/>
                <a:gd name="connsiteY69" fmla="*/ 2547046 h 3249205"/>
                <a:gd name="connsiteX70" fmla="*/ 2707273 w 2890837"/>
                <a:gd name="connsiteY70" fmla="*/ 2568508 h 3249205"/>
                <a:gd name="connsiteX71" fmla="*/ 2672830 w 2890837"/>
                <a:gd name="connsiteY71" fmla="*/ 2590779 h 3249205"/>
                <a:gd name="connsiteX72" fmla="*/ 2634803 w 2890837"/>
                <a:gd name="connsiteY72" fmla="*/ 2614063 h 3249205"/>
                <a:gd name="connsiteX73" fmla="*/ 2592396 w 2890837"/>
                <a:gd name="connsiteY73" fmla="*/ 2638562 h 3249205"/>
                <a:gd name="connsiteX74" fmla="*/ 2545808 w 2890837"/>
                <a:gd name="connsiteY74" fmla="*/ 2664883 h 3249205"/>
                <a:gd name="connsiteX75" fmla="*/ 2494641 w 2890837"/>
                <a:gd name="connsiteY75" fmla="*/ 2693431 h 3249205"/>
                <a:gd name="connsiteX76" fmla="*/ 2439094 w 2890837"/>
                <a:gd name="connsiteY76" fmla="*/ 2724408 h 3249205"/>
                <a:gd name="connsiteX77" fmla="*/ 2378171 w 2890837"/>
                <a:gd name="connsiteY77" fmla="*/ 2758220 h 3249205"/>
                <a:gd name="connsiteX78" fmla="*/ 2312470 w 2890837"/>
                <a:gd name="connsiteY78" fmla="*/ 2794867 h 3249205"/>
                <a:gd name="connsiteX79" fmla="*/ 2241195 w 2890837"/>
                <a:gd name="connsiteY79" fmla="*/ 2835158 h 3249205"/>
                <a:gd name="connsiteX80" fmla="*/ 2164743 w 2890837"/>
                <a:gd name="connsiteY80" fmla="*/ 2879499 h 3249205"/>
                <a:gd name="connsiteX81" fmla="*/ 2088291 w 2890837"/>
                <a:gd name="connsiteY81" fmla="*/ 2924042 h 3249205"/>
                <a:gd name="connsiteX82" fmla="*/ 2018011 w 2890837"/>
                <a:gd name="connsiteY82" fmla="*/ 2966155 h 3249205"/>
                <a:gd name="connsiteX83" fmla="*/ 1953505 w 2890837"/>
                <a:gd name="connsiteY83" fmla="*/ 3005029 h 3249205"/>
                <a:gd name="connsiteX84" fmla="*/ 1894175 w 2890837"/>
                <a:gd name="connsiteY84" fmla="*/ 3041271 h 3249205"/>
                <a:gd name="connsiteX85" fmla="*/ 1839624 w 2890837"/>
                <a:gd name="connsiteY85" fmla="*/ 3074273 h 3249205"/>
                <a:gd name="connsiteX86" fmla="*/ 1789651 w 2890837"/>
                <a:gd name="connsiteY86" fmla="*/ 3104846 h 3249205"/>
                <a:gd name="connsiteX87" fmla="*/ 1743660 w 2890837"/>
                <a:gd name="connsiteY87" fmla="*/ 3132179 h 3249205"/>
                <a:gd name="connsiteX88" fmla="*/ 1701453 w 2890837"/>
                <a:gd name="connsiteY88" fmla="*/ 3156880 h 3249205"/>
                <a:gd name="connsiteX89" fmla="*/ 1662430 w 2890837"/>
                <a:gd name="connsiteY89" fmla="*/ 3178341 h 3249205"/>
                <a:gd name="connsiteX90" fmla="*/ 1626195 w 2890837"/>
                <a:gd name="connsiteY90" fmla="*/ 3197171 h 3249205"/>
                <a:gd name="connsiteX91" fmla="*/ 1592350 w 2890837"/>
                <a:gd name="connsiteY91" fmla="*/ 3212963 h 3249205"/>
                <a:gd name="connsiteX92" fmla="*/ 1560494 w 2890837"/>
                <a:gd name="connsiteY92" fmla="*/ 3226124 h 3249205"/>
                <a:gd name="connsiteX93" fmla="*/ 1530431 w 2890837"/>
                <a:gd name="connsiteY93" fmla="*/ 3236247 h 3249205"/>
                <a:gd name="connsiteX94" fmla="*/ 1501364 w 2890837"/>
                <a:gd name="connsiteY94" fmla="*/ 3243334 h 3249205"/>
                <a:gd name="connsiteX95" fmla="*/ 1473092 w 2890837"/>
                <a:gd name="connsiteY95" fmla="*/ 3247788 h 3249205"/>
                <a:gd name="connsiteX96" fmla="*/ 1445618 w 2890837"/>
                <a:gd name="connsiteY96" fmla="*/ 3249205 h 3249205"/>
                <a:gd name="connsiteX97" fmla="*/ 1417744 w 2890837"/>
                <a:gd name="connsiteY97" fmla="*/ 3247788 h 3249205"/>
                <a:gd name="connsiteX98" fmla="*/ 1389473 w 2890837"/>
                <a:gd name="connsiteY98" fmla="*/ 3243334 h 3249205"/>
                <a:gd name="connsiteX99" fmla="*/ 1360406 w 2890837"/>
                <a:gd name="connsiteY99" fmla="*/ 3236247 h 3249205"/>
                <a:gd name="connsiteX100" fmla="*/ 1330342 w 2890837"/>
                <a:gd name="connsiteY100" fmla="*/ 3226124 h 3249205"/>
                <a:gd name="connsiteX101" fmla="*/ 1298488 w 2890837"/>
                <a:gd name="connsiteY101" fmla="*/ 3212963 h 3249205"/>
                <a:gd name="connsiteX102" fmla="*/ 1264642 w 2890837"/>
                <a:gd name="connsiteY102" fmla="*/ 3197171 h 3249205"/>
                <a:gd name="connsiteX103" fmla="*/ 1228407 w 2890837"/>
                <a:gd name="connsiteY103" fmla="*/ 3178341 h 3249205"/>
                <a:gd name="connsiteX104" fmla="*/ 1189384 w 2890837"/>
                <a:gd name="connsiteY104" fmla="*/ 3156880 h 3249205"/>
                <a:gd name="connsiteX105" fmla="*/ 1147176 w 2890837"/>
                <a:gd name="connsiteY105" fmla="*/ 3132179 h 3249205"/>
                <a:gd name="connsiteX106" fmla="*/ 1101186 w 2890837"/>
                <a:gd name="connsiteY106" fmla="*/ 3104846 h 3249205"/>
                <a:gd name="connsiteX107" fmla="*/ 1051214 w 2890837"/>
                <a:gd name="connsiteY107" fmla="*/ 3074273 h 3249205"/>
                <a:gd name="connsiteX108" fmla="*/ 996662 w 2890837"/>
                <a:gd name="connsiteY108" fmla="*/ 3041271 h 3249205"/>
                <a:gd name="connsiteX109" fmla="*/ 937332 w 2890837"/>
                <a:gd name="connsiteY109" fmla="*/ 3005029 h 3249205"/>
                <a:gd name="connsiteX110" fmla="*/ 872826 w 2890837"/>
                <a:gd name="connsiteY110" fmla="*/ 2966155 h 3249205"/>
                <a:gd name="connsiteX111" fmla="*/ 802546 w 2890837"/>
                <a:gd name="connsiteY111" fmla="*/ 2924042 h 3249205"/>
                <a:gd name="connsiteX112" fmla="*/ 726094 w 2890837"/>
                <a:gd name="connsiteY112" fmla="*/ 2879499 h 3249205"/>
                <a:gd name="connsiteX113" fmla="*/ 649642 w 2890837"/>
                <a:gd name="connsiteY113" fmla="*/ 2835158 h 3249205"/>
                <a:gd name="connsiteX114" fmla="*/ 578366 w 2890837"/>
                <a:gd name="connsiteY114" fmla="*/ 2794867 h 3249205"/>
                <a:gd name="connsiteX115" fmla="*/ 512666 w 2890837"/>
                <a:gd name="connsiteY115" fmla="*/ 2758018 h 3249205"/>
                <a:gd name="connsiteX116" fmla="*/ 451743 w 2890837"/>
                <a:gd name="connsiteY116" fmla="*/ 2724206 h 3249205"/>
                <a:gd name="connsiteX117" fmla="*/ 396196 w 2890837"/>
                <a:gd name="connsiteY117" fmla="*/ 2693431 h 3249205"/>
                <a:gd name="connsiteX118" fmla="*/ 345029 w 2890837"/>
                <a:gd name="connsiteY118" fmla="*/ 2664883 h 3249205"/>
                <a:gd name="connsiteX119" fmla="*/ 298441 w 2890837"/>
                <a:gd name="connsiteY119" fmla="*/ 2638562 h 3249205"/>
                <a:gd name="connsiteX120" fmla="*/ 256233 w 2890837"/>
                <a:gd name="connsiteY120" fmla="*/ 2614063 h 3249205"/>
                <a:gd name="connsiteX121" fmla="*/ 218007 w 2890837"/>
                <a:gd name="connsiteY121" fmla="*/ 2590577 h 3249205"/>
                <a:gd name="connsiteX122" fmla="*/ 183564 w 2890837"/>
                <a:gd name="connsiteY122" fmla="*/ 2568508 h 3249205"/>
                <a:gd name="connsiteX123" fmla="*/ 153302 w 2890837"/>
                <a:gd name="connsiteY123" fmla="*/ 2547046 h 3249205"/>
                <a:gd name="connsiteX124" fmla="*/ 126026 w 2890837"/>
                <a:gd name="connsiteY124" fmla="*/ 2525585 h 3249205"/>
                <a:gd name="connsiteX125" fmla="*/ 102135 w 2890837"/>
                <a:gd name="connsiteY125" fmla="*/ 2504528 h 3249205"/>
                <a:gd name="connsiteX126" fmla="*/ 81628 w 2890837"/>
                <a:gd name="connsiteY126" fmla="*/ 2482864 h 3249205"/>
                <a:gd name="connsiteX127" fmla="*/ 63710 w 2890837"/>
                <a:gd name="connsiteY127" fmla="*/ 2460390 h 3249205"/>
                <a:gd name="connsiteX128" fmla="*/ 48579 w 2890837"/>
                <a:gd name="connsiteY128" fmla="*/ 2436904 h 3249205"/>
                <a:gd name="connsiteX129" fmla="*/ 36036 w 2890837"/>
                <a:gd name="connsiteY129" fmla="*/ 2412000 h 3249205"/>
                <a:gd name="connsiteX130" fmla="*/ 25683 w 2890837"/>
                <a:gd name="connsiteY130" fmla="*/ 2385275 h 3249205"/>
                <a:gd name="connsiteX131" fmla="*/ 17321 w 2890837"/>
                <a:gd name="connsiteY131" fmla="*/ 2356322 h 3249205"/>
                <a:gd name="connsiteX132" fmla="*/ 11149 w 2890837"/>
                <a:gd name="connsiteY132" fmla="*/ 2324939 h 3249205"/>
                <a:gd name="connsiteX133" fmla="*/ 6172 w 2890837"/>
                <a:gd name="connsiteY133" fmla="*/ 2290722 h 3249205"/>
                <a:gd name="connsiteX134" fmla="*/ 2986 w 2890837"/>
                <a:gd name="connsiteY134" fmla="*/ 2253265 h 3249205"/>
                <a:gd name="connsiteX135" fmla="*/ 995 w 2890837"/>
                <a:gd name="connsiteY135" fmla="*/ 2212367 h 3249205"/>
                <a:gd name="connsiteX136" fmla="*/ 199 w 2890837"/>
                <a:gd name="connsiteY136" fmla="*/ 2167419 h 3249205"/>
                <a:gd name="connsiteX137" fmla="*/ 0 w 2890837"/>
                <a:gd name="connsiteY137" fmla="*/ 2118017 h 3249205"/>
                <a:gd name="connsiteX138" fmla="*/ 597 w 2890837"/>
                <a:gd name="connsiteY138" fmla="*/ 2064161 h 3249205"/>
                <a:gd name="connsiteX139" fmla="*/ 1792 w 2890837"/>
                <a:gd name="connsiteY139" fmla="*/ 2005647 h 3249205"/>
                <a:gd name="connsiteX140" fmla="*/ 2986 w 2890837"/>
                <a:gd name="connsiteY140" fmla="*/ 1941465 h 3249205"/>
                <a:gd name="connsiteX141" fmla="*/ 4380 w 2890837"/>
                <a:gd name="connsiteY141" fmla="*/ 1871614 h 3249205"/>
                <a:gd name="connsiteX142" fmla="*/ 5575 w 2890837"/>
                <a:gd name="connsiteY142" fmla="*/ 1795891 h 3249205"/>
                <a:gd name="connsiteX143" fmla="*/ 6570 w 2890837"/>
                <a:gd name="connsiteY143" fmla="*/ 1713486 h 3249205"/>
                <a:gd name="connsiteX144" fmla="*/ 6968 w 2890837"/>
                <a:gd name="connsiteY144" fmla="*/ 1624603 h 3249205"/>
                <a:gd name="connsiteX145" fmla="*/ 6570 w 2890837"/>
                <a:gd name="connsiteY145" fmla="*/ 1535719 h 3249205"/>
                <a:gd name="connsiteX146" fmla="*/ 5575 w 2890837"/>
                <a:gd name="connsiteY146" fmla="*/ 1453315 h 3249205"/>
                <a:gd name="connsiteX147" fmla="*/ 4380 w 2890837"/>
                <a:gd name="connsiteY147" fmla="*/ 1377592 h 3249205"/>
                <a:gd name="connsiteX148" fmla="*/ 2986 w 2890837"/>
                <a:gd name="connsiteY148" fmla="*/ 1307740 h 3249205"/>
                <a:gd name="connsiteX149" fmla="*/ 1792 w 2890837"/>
                <a:gd name="connsiteY149" fmla="*/ 1243558 h 3249205"/>
                <a:gd name="connsiteX150" fmla="*/ 597 w 2890837"/>
                <a:gd name="connsiteY150" fmla="*/ 1185045 h 3249205"/>
                <a:gd name="connsiteX151" fmla="*/ 0 w 2890837"/>
                <a:gd name="connsiteY151" fmla="*/ 1131188 h 3249205"/>
                <a:gd name="connsiteX152" fmla="*/ 199 w 2890837"/>
                <a:gd name="connsiteY152" fmla="*/ 1081786 h 3249205"/>
                <a:gd name="connsiteX153" fmla="*/ 995 w 2890837"/>
                <a:gd name="connsiteY153" fmla="*/ 1036838 h 3249205"/>
                <a:gd name="connsiteX154" fmla="*/ 2986 w 2890837"/>
                <a:gd name="connsiteY154" fmla="*/ 995940 h 3249205"/>
                <a:gd name="connsiteX155" fmla="*/ 6172 w 2890837"/>
                <a:gd name="connsiteY155" fmla="*/ 958483 h 3249205"/>
                <a:gd name="connsiteX156" fmla="*/ 10950 w 2890837"/>
                <a:gd name="connsiteY156" fmla="*/ 924266 h 3249205"/>
                <a:gd name="connsiteX157" fmla="*/ 17321 w 2890837"/>
                <a:gd name="connsiteY157" fmla="*/ 892884 h 3249205"/>
                <a:gd name="connsiteX158" fmla="*/ 25683 w 2890837"/>
                <a:gd name="connsiteY158" fmla="*/ 863931 h 3249205"/>
                <a:gd name="connsiteX159" fmla="*/ 36036 w 2890837"/>
                <a:gd name="connsiteY159" fmla="*/ 837205 h 3249205"/>
                <a:gd name="connsiteX160" fmla="*/ 48579 w 2890837"/>
                <a:gd name="connsiteY160" fmla="*/ 812301 h 3249205"/>
                <a:gd name="connsiteX161" fmla="*/ 63710 w 2890837"/>
                <a:gd name="connsiteY161" fmla="*/ 788815 h 3249205"/>
                <a:gd name="connsiteX162" fmla="*/ 81628 w 2890837"/>
                <a:gd name="connsiteY162" fmla="*/ 766341 h 3249205"/>
                <a:gd name="connsiteX163" fmla="*/ 102135 w 2890837"/>
                <a:gd name="connsiteY163" fmla="*/ 744677 h 3249205"/>
                <a:gd name="connsiteX164" fmla="*/ 126026 w 2890837"/>
                <a:gd name="connsiteY164" fmla="*/ 723620 h 3249205"/>
                <a:gd name="connsiteX165" fmla="*/ 153103 w 2890837"/>
                <a:gd name="connsiteY165" fmla="*/ 702159 h 3249205"/>
                <a:gd name="connsiteX166" fmla="*/ 183564 w 2890837"/>
                <a:gd name="connsiteY166" fmla="*/ 680697 h 3249205"/>
                <a:gd name="connsiteX167" fmla="*/ 218007 w 2890837"/>
                <a:gd name="connsiteY167" fmla="*/ 658426 h 3249205"/>
                <a:gd name="connsiteX168" fmla="*/ 256034 w 2890837"/>
                <a:gd name="connsiteY168" fmla="*/ 635142 h 3249205"/>
                <a:gd name="connsiteX169" fmla="*/ 298441 w 2890837"/>
                <a:gd name="connsiteY169" fmla="*/ 610643 h 3249205"/>
                <a:gd name="connsiteX170" fmla="*/ 345029 w 2890837"/>
                <a:gd name="connsiteY170" fmla="*/ 584323 h 3249205"/>
                <a:gd name="connsiteX171" fmla="*/ 396196 w 2890837"/>
                <a:gd name="connsiteY171" fmla="*/ 555775 h 3249205"/>
                <a:gd name="connsiteX172" fmla="*/ 451743 w 2890837"/>
                <a:gd name="connsiteY172" fmla="*/ 524797 h 3249205"/>
                <a:gd name="connsiteX173" fmla="*/ 512666 w 2890837"/>
                <a:gd name="connsiteY173" fmla="*/ 490985 h 3249205"/>
                <a:gd name="connsiteX174" fmla="*/ 578366 w 2890837"/>
                <a:gd name="connsiteY174" fmla="*/ 454338 h 3249205"/>
                <a:gd name="connsiteX175" fmla="*/ 649642 w 2890837"/>
                <a:gd name="connsiteY175" fmla="*/ 414047 h 3249205"/>
                <a:gd name="connsiteX176" fmla="*/ 726094 w 2890837"/>
                <a:gd name="connsiteY176" fmla="*/ 369706 h 3249205"/>
                <a:gd name="connsiteX177" fmla="*/ 802546 w 2890837"/>
                <a:gd name="connsiteY177" fmla="*/ 325164 h 3249205"/>
                <a:gd name="connsiteX178" fmla="*/ 872826 w 2890837"/>
                <a:gd name="connsiteY178" fmla="*/ 283050 h 3249205"/>
                <a:gd name="connsiteX179" fmla="*/ 937332 w 2890837"/>
                <a:gd name="connsiteY179" fmla="*/ 244176 h 3249205"/>
                <a:gd name="connsiteX180" fmla="*/ 996662 w 2890837"/>
                <a:gd name="connsiteY180" fmla="*/ 207935 h 3249205"/>
                <a:gd name="connsiteX181" fmla="*/ 1051214 w 2890837"/>
                <a:gd name="connsiteY181" fmla="*/ 174932 h 3249205"/>
                <a:gd name="connsiteX182" fmla="*/ 1101186 w 2890837"/>
                <a:gd name="connsiteY182" fmla="*/ 144360 h 3249205"/>
                <a:gd name="connsiteX183" fmla="*/ 1147176 w 2890837"/>
                <a:gd name="connsiteY183" fmla="*/ 117027 h 3249205"/>
                <a:gd name="connsiteX184" fmla="*/ 1189384 w 2890837"/>
                <a:gd name="connsiteY184" fmla="*/ 92325 h 3249205"/>
                <a:gd name="connsiteX185" fmla="*/ 1228407 w 2890837"/>
                <a:gd name="connsiteY185" fmla="*/ 70864 h 3249205"/>
                <a:gd name="connsiteX186" fmla="*/ 1264642 w 2890837"/>
                <a:gd name="connsiteY186" fmla="*/ 52034 h 3249205"/>
                <a:gd name="connsiteX187" fmla="*/ 1298488 w 2890837"/>
                <a:gd name="connsiteY187" fmla="*/ 36242 h 3249205"/>
                <a:gd name="connsiteX188" fmla="*/ 1330342 w 2890837"/>
                <a:gd name="connsiteY188" fmla="*/ 23081 h 3249205"/>
                <a:gd name="connsiteX189" fmla="*/ 1360406 w 2890837"/>
                <a:gd name="connsiteY189" fmla="*/ 12958 h 3249205"/>
                <a:gd name="connsiteX190" fmla="*/ 1389473 w 2890837"/>
                <a:gd name="connsiteY190" fmla="*/ 5872 h 3249205"/>
                <a:gd name="connsiteX191" fmla="*/ 1417744 w 2890837"/>
                <a:gd name="connsiteY191" fmla="*/ 1417 h 3249205"/>
                <a:gd name="connsiteX192" fmla="*/ 1445618 w 2890837"/>
                <a:gd name="connsiteY192" fmla="*/ 0 h 324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2890837" h="3249205">
                  <a:moveTo>
                    <a:pt x="1445618" y="0"/>
                  </a:moveTo>
                  <a:lnTo>
                    <a:pt x="1473092" y="1417"/>
                  </a:lnTo>
                  <a:lnTo>
                    <a:pt x="1501364" y="5872"/>
                  </a:lnTo>
                  <a:lnTo>
                    <a:pt x="1530431" y="12958"/>
                  </a:lnTo>
                  <a:lnTo>
                    <a:pt x="1560494" y="23081"/>
                  </a:lnTo>
                  <a:lnTo>
                    <a:pt x="1592350" y="36242"/>
                  </a:lnTo>
                  <a:lnTo>
                    <a:pt x="1626195" y="52034"/>
                  </a:lnTo>
                  <a:lnTo>
                    <a:pt x="1662430" y="70864"/>
                  </a:lnTo>
                  <a:lnTo>
                    <a:pt x="1701453" y="92325"/>
                  </a:lnTo>
                  <a:lnTo>
                    <a:pt x="1743660" y="117027"/>
                  </a:lnTo>
                  <a:lnTo>
                    <a:pt x="1789651" y="144360"/>
                  </a:lnTo>
                  <a:lnTo>
                    <a:pt x="1839624" y="174932"/>
                  </a:lnTo>
                  <a:lnTo>
                    <a:pt x="1894175" y="207935"/>
                  </a:lnTo>
                  <a:lnTo>
                    <a:pt x="1953505" y="244176"/>
                  </a:lnTo>
                  <a:lnTo>
                    <a:pt x="2018011" y="283050"/>
                  </a:lnTo>
                  <a:lnTo>
                    <a:pt x="2088291" y="325164"/>
                  </a:lnTo>
                  <a:lnTo>
                    <a:pt x="2164743" y="369706"/>
                  </a:lnTo>
                  <a:lnTo>
                    <a:pt x="2241195" y="414047"/>
                  </a:lnTo>
                  <a:lnTo>
                    <a:pt x="2312470" y="454338"/>
                  </a:lnTo>
                  <a:lnTo>
                    <a:pt x="2378171" y="491187"/>
                  </a:lnTo>
                  <a:lnTo>
                    <a:pt x="2439094" y="524999"/>
                  </a:lnTo>
                  <a:lnTo>
                    <a:pt x="2494641" y="555775"/>
                  </a:lnTo>
                  <a:lnTo>
                    <a:pt x="2545808" y="584323"/>
                  </a:lnTo>
                  <a:lnTo>
                    <a:pt x="2592396" y="610643"/>
                  </a:lnTo>
                  <a:lnTo>
                    <a:pt x="2634604" y="635142"/>
                  </a:lnTo>
                  <a:lnTo>
                    <a:pt x="2672830" y="658628"/>
                  </a:lnTo>
                  <a:lnTo>
                    <a:pt x="2707273" y="680697"/>
                  </a:lnTo>
                  <a:lnTo>
                    <a:pt x="2737535" y="702159"/>
                  </a:lnTo>
                  <a:lnTo>
                    <a:pt x="2764811" y="723620"/>
                  </a:lnTo>
                  <a:lnTo>
                    <a:pt x="2788702" y="744677"/>
                  </a:lnTo>
                  <a:lnTo>
                    <a:pt x="2809209" y="766341"/>
                  </a:lnTo>
                  <a:lnTo>
                    <a:pt x="2827127" y="788815"/>
                  </a:lnTo>
                  <a:lnTo>
                    <a:pt x="2842258" y="812301"/>
                  </a:lnTo>
                  <a:lnTo>
                    <a:pt x="2854801" y="837205"/>
                  </a:lnTo>
                  <a:lnTo>
                    <a:pt x="2865154" y="863931"/>
                  </a:lnTo>
                  <a:lnTo>
                    <a:pt x="2873516" y="892884"/>
                  </a:lnTo>
                  <a:lnTo>
                    <a:pt x="2879688" y="924266"/>
                  </a:lnTo>
                  <a:lnTo>
                    <a:pt x="2884665" y="958483"/>
                  </a:lnTo>
                  <a:lnTo>
                    <a:pt x="2887850" y="995940"/>
                  </a:lnTo>
                  <a:lnTo>
                    <a:pt x="2889842" y="1036838"/>
                  </a:lnTo>
                  <a:lnTo>
                    <a:pt x="2890638" y="1081786"/>
                  </a:lnTo>
                  <a:lnTo>
                    <a:pt x="2890837" y="1131188"/>
                  </a:lnTo>
                  <a:lnTo>
                    <a:pt x="2890240" y="1185045"/>
                  </a:lnTo>
                  <a:lnTo>
                    <a:pt x="2889045" y="1243558"/>
                  </a:lnTo>
                  <a:lnTo>
                    <a:pt x="2887850" y="1307740"/>
                  </a:lnTo>
                  <a:lnTo>
                    <a:pt x="2886457" y="1377592"/>
                  </a:lnTo>
                  <a:lnTo>
                    <a:pt x="2885262" y="1453315"/>
                  </a:lnTo>
                  <a:lnTo>
                    <a:pt x="2884267" y="1535719"/>
                  </a:lnTo>
                  <a:lnTo>
                    <a:pt x="2883869" y="1624603"/>
                  </a:lnTo>
                  <a:lnTo>
                    <a:pt x="2884267" y="1713486"/>
                  </a:lnTo>
                  <a:lnTo>
                    <a:pt x="2885262" y="1795891"/>
                  </a:lnTo>
                  <a:lnTo>
                    <a:pt x="2886457" y="1871614"/>
                  </a:lnTo>
                  <a:lnTo>
                    <a:pt x="2887850" y="1941465"/>
                  </a:lnTo>
                  <a:lnTo>
                    <a:pt x="2889045" y="2005647"/>
                  </a:lnTo>
                  <a:lnTo>
                    <a:pt x="2890240" y="2064161"/>
                  </a:lnTo>
                  <a:lnTo>
                    <a:pt x="2890837" y="2118017"/>
                  </a:lnTo>
                  <a:lnTo>
                    <a:pt x="2890638" y="2167419"/>
                  </a:lnTo>
                  <a:lnTo>
                    <a:pt x="2889842" y="2212367"/>
                  </a:lnTo>
                  <a:lnTo>
                    <a:pt x="2887850" y="2253265"/>
                  </a:lnTo>
                  <a:lnTo>
                    <a:pt x="2884665" y="2290722"/>
                  </a:lnTo>
                  <a:lnTo>
                    <a:pt x="2879887" y="2324939"/>
                  </a:lnTo>
                  <a:lnTo>
                    <a:pt x="2873516" y="2356322"/>
                  </a:lnTo>
                  <a:lnTo>
                    <a:pt x="2865154" y="2385275"/>
                  </a:lnTo>
                  <a:lnTo>
                    <a:pt x="2854801" y="2412000"/>
                  </a:lnTo>
                  <a:lnTo>
                    <a:pt x="2842258" y="2436904"/>
                  </a:lnTo>
                  <a:lnTo>
                    <a:pt x="2827127" y="2460390"/>
                  </a:lnTo>
                  <a:lnTo>
                    <a:pt x="2809209" y="2482864"/>
                  </a:lnTo>
                  <a:lnTo>
                    <a:pt x="2788702" y="2504528"/>
                  </a:lnTo>
                  <a:lnTo>
                    <a:pt x="2764811" y="2525585"/>
                  </a:lnTo>
                  <a:lnTo>
                    <a:pt x="2737734" y="2547046"/>
                  </a:lnTo>
                  <a:lnTo>
                    <a:pt x="2707273" y="2568508"/>
                  </a:lnTo>
                  <a:lnTo>
                    <a:pt x="2672830" y="2590779"/>
                  </a:lnTo>
                  <a:lnTo>
                    <a:pt x="2634803" y="2614063"/>
                  </a:lnTo>
                  <a:lnTo>
                    <a:pt x="2592396" y="2638562"/>
                  </a:lnTo>
                  <a:lnTo>
                    <a:pt x="2545808" y="2664883"/>
                  </a:lnTo>
                  <a:lnTo>
                    <a:pt x="2494641" y="2693431"/>
                  </a:lnTo>
                  <a:lnTo>
                    <a:pt x="2439094" y="2724408"/>
                  </a:lnTo>
                  <a:lnTo>
                    <a:pt x="2378171" y="2758220"/>
                  </a:lnTo>
                  <a:lnTo>
                    <a:pt x="2312470" y="2794867"/>
                  </a:lnTo>
                  <a:lnTo>
                    <a:pt x="2241195" y="2835158"/>
                  </a:lnTo>
                  <a:lnTo>
                    <a:pt x="2164743" y="2879499"/>
                  </a:lnTo>
                  <a:lnTo>
                    <a:pt x="2088291" y="2924042"/>
                  </a:lnTo>
                  <a:lnTo>
                    <a:pt x="2018011" y="2966155"/>
                  </a:lnTo>
                  <a:lnTo>
                    <a:pt x="1953505" y="3005029"/>
                  </a:lnTo>
                  <a:lnTo>
                    <a:pt x="1894175" y="3041271"/>
                  </a:lnTo>
                  <a:lnTo>
                    <a:pt x="1839624" y="3074273"/>
                  </a:lnTo>
                  <a:lnTo>
                    <a:pt x="1789651" y="3104846"/>
                  </a:lnTo>
                  <a:lnTo>
                    <a:pt x="1743660" y="3132179"/>
                  </a:lnTo>
                  <a:lnTo>
                    <a:pt x="1701453" y="3156880"/>
                  </a:lnTo>
                  <a:lnTo>
                    <a:pt x="1662430" y="3178341"/>
                  </a:lnTo>
                  <a:lnTo>
                    <a:pt x="1626195" y="3197171"/>
                  </a:lnTo>
                  <a:lnTo>
                    <a:pt x="1592350" y="3212963"/>
                  </a:lnTo>
                  <a:lnTo>
                    <a:pt x="1560494" y="3226124"/>
                  </a:lnTo>
                  <a:lnTo>
                    <a:pt x="1530431" y="3236247"/>
                  </a:lnTo>
                  <a:lnTo>
                    <a:pt x="1501364" y="3243334"/>
                  </a:lnTo>
                  <a:lnTo>
                    <a:pt x="1473092" y="3247788"/>
                  </a:lnTo>
                  <a:lnTo>
                    <a:pt x="1445618" y="3249205"/>
                  </a:lnTo>
                  <a:lnTo>
                    <a:pt x="1417744" y="3247788"/>
                  </a:lnTo>
                  <a:lnTo>
                    <a:pt x="1389473" y="3243334"/>
                  </a:lnTo>
                  <a:lnTo>
                    <a:pt x="1360406" y="3236247"/>
                  </a:lnTo>
                  <a:lnTo>
                    <a:pt x="1330342" y="3226124"/>
                  </a:lnTo>
                  <a:lnTo>
                    <a:pt x="1298488" y="3212963"/>
                  </a:lnTo>
                  <a:lnTo>
                    <a:pt x="1264642" y="3197171"/>
                  </a:lnTo>
                  <a:lnTo>
                    <a:pt x="1228407" y="3178341"/>
                  </a:lnTo>
                  <a:lnTo>
                    <a:pt x="1189384" y="3156880"/>
                  </a:lnTo>
                  <a:lnTo>
                    <a:pt x="1147176" y="3132179"/>
                  </a:lnTo>
                  <a:lnTo>
                    <a:pt x="1101186" y="3104846"/>
                  </a:lnTo>
                  <a:lnTo>
                    <a:pt x="1051214" y="3074273"/>
                  </a:lnTo>
                  <a:lnTo>
                    <a:pt x="996662" y="3041271"/>
                  </a:lnTo>
                  <a:lnTo>
                    <a:pt x="937332" y="3005029"/>
                  </a:lnTo>
                  <a:lnTo>
                    <a:pt x="872826" y="2966155"/>
                  </a:lnTo>
                  <a:lnTo>
                    <a:pt x="802546" y="2924042"/>
                  </a:lnTo>
                  <a:lnTo>
                    <a:pt x="726094" y="2879499"/>
                  </a:lnTo>
                  <a:lnTo>
                    <a:pt x="649642" y="2835158"/>
                  </a:lnTo>
                  <a:lnTo>
                    <a:pt x="578366" y="2794867"/>
                  </a:lnTo>
                  <a:lnTo>
                    <a:pt x="512666" y="2758018"/>
                  </a:lnTo>
                  <a:lnTo>
                    <a:pt x="451743" y="2724206"/>
                  </a:lnTo>
                  <a:lnTo>
                    <a:pt x="396196" y="2693431"/>
                  </a:lnTo>
                  <a:lnTo>
                    <a:pt x="345029" y="2664883"/>
                  </a:lnTo>
                  <a:lnTo>
                    <a:pt x="298441" y="2638562"/>
                  </a:lnTo>
                  <a:lnTo>
                    <a:pt x="256233" y="2614063"/>
                  </a:lnTo>
                  <a:lnTo>
                    <a:pt x="218007" y="2590577"/>
                  </a:lnTo>
                  <a:lnTo>
                    <a:pt x="183564" y="2568508"/>
                  </a:lnTo>
                  <a:lnTo>
                    <a:pt x="153302" y="2547046"/>
                  </a:lnTo>
                  <a:lnTo>
                    <a:pt x="126026" y="2525585"/>
                  </a:lnTo>
                  <a:lnTo>
                    <a:pt x="102135" y="2504528"/>
                  </a:lnTo>
                  <a:lnTo>
                    <a:pt x="81628" y="2482864"/>
                  </a:lnTo>
                  <a:lnTo>
                    <a:pt x="63710" y="2460390"/>
                  </a:lnTo>
                  <a:lnTo>
                    <a:pt x="48579" y="2436904"/>
                  </a:lnTo>
                  <a:lnTo>
                    <a:pt x="36036" y="2412000"/>
                  </a:lnTo>
                  <a:lnTo>
                    <a:pt x="25683" y="2385275"/>
                  </a:lnTo>
                  <a:lnTo>
                    <a:pt x="17321" y="2356322"/>
                  </a:lnTo>
                  <a:lnTo>
                    <a:pt x="11149" y="2324939"/>
                  </a:lnTo>
                  <a:lnTo>
                    <a:pt x="6172" y="2290722"/>
                  </a:lnTo>
                  <a:lnTo>
                    <a:pt x="2986" y="2253265"/>
                  </a:lnTo>
                  <a:lnTo>
                    <a:pt x="995" y="2212367"/>
                  </a:lnTo>
                  <a:lnTo>
                    <a:pt x="199" y="2167419"/>
                  </a:lnTo>
                  <a:lnTo>
                    <a:pt x="0" y="2118017"/>
                  </a:lnTo>
                  <a:lnTo>
                    <a:pt x="597" y="2064161"/>
                  </a:lnTo>
                  <a:lnTo>
                    <a:pt x="1792" y="2005647"/>
                  </a:lnTo>
                  <a:lnTo>
                    <a:pt x="2986" y="1941465"/>
                  </a:lnTo>
                  <a:lnTo>
                    <a:pt x="4380" y="1871614"/>
                  </a:lnTo>
                  <a:lnTo>
                    <a:pt x="5575" y="1795891"/>
                  </a:lnTo>
                  <a:lnTo>
                    <a:pt x="6570" y="1713486"/>
                  </a:lnTo>
                  <a:lnTo>
                    <a:pt x="6968" y="1624603"/>
                  </a:lnTo>
                  <a:lnTo>
                    <a:pt x="6570" y="1535719"/>
                  </a:lnTo>
                  <a:lnTo>
                    <a:pt x="5575" y="1453315"/>
                  </a:lnTo>
                  <a:lnTo>
                    <a:pt x="4380" y="1377592"/>
                  </a:lnTo>
                  <a:lnTo>
                    <a:pt x="2986" y="1307740"/>
                  </a:lnTo>
                  <a:lnTo>
                    <a:pt x="1792" y="1243558"/>
                  </a:lnTo>
                  <a:lnTo>
                    <a:pt x="597" y="1185045"/>
                  </a:lnTo>
                  <a:lnTo>
                    <a:pt x="0" y="1131188"/>
                  </a:lnTo>
                  <a:lnTo>
                    <a:pt x="199" y="1081786"/>
                  </a:lnTo>
                  <a:lnTo>
                    <a:pt x="995" y="1036838"/>
                  </a:lnTo>
                  <a:lnTo>
                    <a:pt x="2986" y="995940"/>
                  </a:lnTo>
                  <a:lnTo>
                    <a:pt x="6172" y="958483"/>
                  </a:lnTo>
                  <a:lnTo>
                    <a:pt x="10950" y="924266"/>
                  </a:lnTo>
                  <a:lnTo>
                    <a:pt x="17321" y="892884"/>
                  </a:lnTo>
                  <a:lnTo>
                    <a:pt x="25683" y="863931"/>
                  </a:lnTo>
                  <a:lnTo>
                    <a:pt x="36036" y="837205"/>
                  </a:lnTo>
                  <a:lnTo>
                    <a:pt x="48579" y="812301"/>
                  </a:lnTo>
                  <a:lnTo>
                    <a:pt x="63710" y="788815"/>
                  </a:lnTo>
                  <a:lnTo>
                    <a:pt x="81628" y="766341"/>
                  </a:lnTo>
                  <a:lnTo>
                    <a:pt x="102135" y="744677"/>
                  </a:lnTo>
                  <a:lnTo>
                    <a:pt x="126026" y="723620"/>
                  </a:lnTo>
                  <a:lnTo>
                    <a:pt x="153103" y="702159"/>
                  </a:lnTo>
                  <a:lnTo>
                    <a:pt x="183564" y="680697"/>
                  </a:lnTo>
                  <a:lnTo>
                    <a:pt x="218007" y="658426"/>
                  </a:lnTo>
                  <a:lnTo>
                    <a:pt x="256034" y="635142"/>
                  </a:lnTo>
                  <a:lnTo>
                    <a:pt x="298441" y="610643"/>
                  </a:lnTo>
                  <a:lnTo>
                    <a:pt x="345029" y="584323"/>
                  </a:lnTo>
                  <a:lnTo>
                    <a:pt x="396196" y="555775"/>
                  </a:lnTo>
                  <a:lnTo>
                    <a:pt x="451743" y="524797"/>
                  </a:lnTo>
                  <a:lnTo>
                    <a:pt x="512666" y="490985"/>
                  </a:lnTo>
                  <a:lnTo>
                    <a:pt x="578366" y="454338"/>
                  </a:lnTo>
                  <a:lnTo>
                    <a:pt x="649642" y="414047"/>
                  </a:lnTo>
                  <a:lnTo>
                    <a:pt x="726094" y="369706"/>
                  </a:lnTo>
                  <a:lnTo>
                    <a:pt x="802546" y="325164"/>
                  </a:lnTo>
                  <a:lnTo>
                    <a:pt x="872826" y="283050"/>
                  </a:lnTo>
                  <a:lnTo>
                    <a:pt x="937332" y="244176"/>
                  </a:lnTo>
                  <a:lnTo>
                    <a:pt x="996662" y="207935"/>
                  </a:lnTo>
                  <a:lnTo>
                    <a:pt x="1051214" y="174932"/>
                  </a:lnTo>
                  <a:lnTo>
                    <a:pt x="1101186" y="144360"/>
                  </a:lnTo>
                  <a:lnTo>
                    <a:pt x="1147176" y="117027"/>
                  </a:lnTo>
                  <a:lnTo>
                    <a:pt x="1189384" y="92325"/>
                  </a:lnTo>
                  <a:lnTo>
                    <a:pt x="1228407" y="70864"/>
                  </a:lnTo>
                  <a:lnTo>
                    <a:pt x="1264642" y="52034"/>
                  </a:lnTo>
                  <a:lnTo>
                    <a:pt x="1298488" y="36242"/>
                  </a:lnTo>
                  <a:lnTo>
                    <a:pt x="1330342" y="23081"/>
                  </a:lnTo>
                  <a:lnTo>
                    <a:pt x="1360406" y="12958"/>
                  </a:lnTo>
                  <a:lnTo>
                    <a:pt x="1389473" y="5872"/>
                  </a:lnTo>
                  <a:lnTo>
                    <a:pt x="1417744" y="1417"/>
                  </a:lnTo>
                  <a:lnTo>
                    <a:pt x="1445618" y="0"/>
                  </a:lnTo>
                  <a:close/>
                </a:path>
              </a:pathLst>
            </a:custGeom>
            <a:solidFill>
              <a:srgbClr val="121416"/>
            </a:solidFill>
            <a:ln>
              <a:noFill/>
            </a:ln>
            <a:effectLst>
              <a:outerShdw blurRad="546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D8738BB-A4A1-4E49-BE01-2708160C6799}"/>
                </a:ext>
              </a:extLst>
            </p:cNvPr>
            <p:cNvGrpSpPr/>
            <p:nvPr/>
          </p:nvGrpSpPr>
          <p:grpSpPr>
            <a:xfrm>
              <a:off x="5051209" y="3691975"/>
              <a:ext cx="2089782" cy="1471813"/>
              <a:chOff x="1964358" y="3797661"/>
              <a:chExt cx="2089782" cy="1471813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4001276-C230-41C4-9D25-AA8B82568CAF}"/>
                  </a:ext>
                </a:extLst>
              </p:cNvPr>
              <p:cNvSpPr/>
              <p:nvPr/>
            </p:nvSpPr>
            <p:spPr>
              <a:xfrm>
                <a:off x="1964358" y="4166993"/>
                <a:ext cx="2089782" cy="1102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Historical values in </a:t>
                </a:r>
                <a:r>
                  <a:rPr lang="en-US" sz="1400" b="1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USH02</a:t>
                </a:r>
                <a:r>
                  <a:rPr lang="en-US" sz="1400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, </a:t>
                </a:r>
                <a:r>
                  <a:rPr lang="en-US" sz="1400" b="1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USH02_ARC_TMP</a:t>
                </a:r>
                <a:r>
                  <a:rPr lang="en-US" sz="1400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, </a:t>
                </a:r>
                <a:r>
                  <a:rPr lang="en-US" sz="1400" b="1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USERPWDHISTORY</a:t>
                </a:r>
                <a:r>
                  <a:rPr lang="en-US" sz="1400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.</a:t>
                </a:r>
                <a:endParaRPr lang="en-US" sz="1400" b="1" dirty="0">
                  <a:solidFill>
                    <a:schemeClr val="bg1"/>
                  </a:solidFill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00078B-AB9C-4EBC-926C-2D15194DE036}"/>
                  </a:ext>
                </a:extLst>
              </p:cNvPr>
              <p:cNvSpPr txBox="1"/>
              <p:nvPr/>
            </p:nvSpPr>
            <p:spPr>
              <a:xfrm>
                <a:off x="1964358" y="3797661"/>
                <a:ext cx="20897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  <a:cs typeface="Plus Jakarta Sans" pitchFamily="2" charset="0"/>
                  </a:rPr>
                  <a:t>History</a:t>
                </a: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72C053B-8622-45E8-8FB1-7B7CFD768B2D}"/>
                </a:ext>
              </a:extLst>
            </p:cNvPr>
            <p:cNvSpPr/>
            <p:nvPr/>
          </p:nvSpPr>
          <p:spPr>
            <a:xfrm>
              <a:off x="5835099" y="3008412"/>
              <a:ext cx="522002" cy="522002"/>
            </a:xfrm>
            <a:prstGeom prst="rect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939923" y="2643349"/>
            <a:ext cx="2500463" cy="2810431"/>
            <a:chOff x="7939923" y="2643349"/>
            <a:chExt cx="2500463" cy="281043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52BC812-9621-482E-B624-B7D0864CAEDA}"/>
                </a:ext>
              </a:extLst>
            </p:cNvPr>
            <p:cNvSpPr/>
            <p:nvPr/>
          </p:nvSpPr>
          <p:spPr>
            <a:xfrm>
              <a:off x="7939923" y="2643349"/>
              <a:ext cx="2500463" cy="2810431"/>
            </a:xfrm>
            <a:custGeom>
              <a:avLst/>
              <a:gdLst>
                <a:gd name="connsiteX0" fmla="*/ 1445618 w 2890837"/>
                <a:gd name="connsiteY0" fmla="*/ 0 h 3249205"/>
                <a:gd name="connsiteX1" fmla="*/ 1473092 w 2890837"/>
                <a:gd name="connsiteY1" fmla="*/ 1417 h 3249205"/>
                <a:gd name="connsiteX2" fmla="*/ 1501364 w 2890837"/>
                <a:gd name="connsiteY2" fmla="*/ 5872 h 3249205"/>
                <a:gd name="connsiteX3" fmla="*/ 1530431 w 2890837"/>
                <a:gd name="connsiteY3" fmla="*/ 12958 h 3249205"/>
                <a:gd name="connsiteX4" fmla="*/ 1560494 w 2890837"/>
                <a:gd name="connsiteY4" fmla="*/ 23081 h 3249205"/>
                <a:gd name="connsiteX5" fmla="*/ 1592350 w 2890837"/>
                <a:gd name="connsiteY5" fmla="*/ 36242 h 3249205"/>
                <a:gd name="connsiteX6" fmla="*/ 1626195 w 2890837"/>
                <a:gd name="connsiteY6" fmla="*/ 52034 h 3249205"/>
                <a:gd name="connsiteX7" fmla="*/ 1662430 w 2890837"/>
                <a:gd name="connsiteY7" fmla="*/ 70864 h 3249205"/>
                <a:gd name="connsiteX8" fmla="*/ 1701453 w 2890837"/>
                <a:gd name="connsiteY8" fmla="*/ 92325 h 3249205"/>
                <a:gd name="connsiteX9" fmla="*/ 1743660 w 2890837"/>
                <a:gd name="connsiteY9" fmla="*/ 117027 h 3249205"/>
                <a:gd name="connsiteX10" fmla="*/ 1789651 w 2890837"/>
                <a:gd name="connsiteY10" fmla="*/ 144360 h 3249205"/>
                <a:gd name="connsiteX11" fmla="*/ 1839624 w 2890837"/>
                <a:gd name="connsiteY11" fmla="*/ 174932 h 3249205"/>
                <a:gd name="connsiteX12" fmla="*/ 1894175 w 2890837"/>
                <a:gd name="connsiteY12" fmla="*/ 207935 h 3249205"/>
                <a:gd name="connsiteX13" fmla="*/ 1953505 w 2890837"/>
                <a:gd name="connsiteY13" fmla="*/ 244176 h 3249205"/>
                <a:gd name="connsiteX14" fmla="*/ 2018011 w 2890837"/>
                <a:gd name="connsiteY14" fmla="*/ 283050 h 3249205"/>
                <a:gd name="connsiteX15" fmla="*/ 2088291 w 2890837"/>
                <a:gd name="connsiteY15" fmla="*/ 325164 h 3249205"/>
                <a:gd name="connsiteX16" fmla="*/ 2164743 w 2890837"/>
                <a:gd name="connsiteY16" fmla="*/ 369706 h 3249205"/>
                <a:gd name="connsiteX17" fmla="*/ 2241195 w 2890837"/>
                <a:gd name="connsiteY17" fmla="*/ 414047 h 3249205"/>
                <a:gd name="connsiteX18" fmla="*/ 2312470 w 2890837"/>
                <a:gd name="connsiteY18" fmla="*/ 454338 h 3249205"/>
                <a:gd name="connsiteX19" fmla="*/ 2378171 w 2890837"/>
                <a:gd name="connsiteY19" fmla="*/ 491187 h 3249205"/>
                <a:gd name="connsiteX20" fmla="*/ 2439094 w 2890837"/>
                <a:gd name="connsiteY20" fmla="*/ 524999 h 3249205"/>
                <a:gd name="connsiteX21" fmla="*/ 2494641 w 2890837"/>
                <a:gd name="connsiteY21" fmla="*/ 555775 h 3249205"/>
                <a:gd name="connsiteX22" fmla="*/ 2545808 w 2890837"/>
                <a:gd name="connsiteY22" fmla="*/ 584323 h 3249205"/>
                <a:gd name="connsiteX23" fmla="*/ 2592396 w 2890837"/>
                <a:gd name="connsiteY23" fmla="*/ 610643 h 3249205"/>
                <a:gd name="connsiteX24" fmla="*/ 2634604 w 2890837"/>
                <a:gd name="connsiteY24" fmla="*/ 635142 h 3249205"/>
                <a:gd name="connsiteX25" fmla="*/ 2672830 w 2890837"/>
                <a:gd name="connsiteY25" fmla="*/ 658628 h 3249205"/>
                <a:gd name="connsiteX26" fmla="*/ 2707273 w 2890837"/>
                <a:gd name="connsiteY26" fmla="*/ 680697 h 3249205"/>
                <a:gd name="connsiteX27" fmla="*/ 2737535 w 2890837"/>
                <a:gd name="connsiteY27" fmla="*/ 702159 h 3249205"/>
                <a:gd name="connsiteX28" fmla="*/ 2764811 w 2890837"/>
                <a:gd name="connsiteY28" fmla="*/ 723620 h 3249205"/>
                <a:gd name="connsiteX29" fmla="*/ 2788702 w 2890837"/>
                <a:gd name="connsiteY29" fmla="*/ 744677 h 3249205"/>
                <a:gd name="connsiteX30" fmla="*/ 2809209 w 2890837"/>
                <a:gd name="connsiteY30" fmla="*/ 766341 h 3249205"/>
                <a:gd name="connsiteX31" fmla="*/ 2827127 w 2890837"/>
                <a:gd name="connsiteY31" fmla="*/ 788815 h 3249205"/>
                <a:gd name="connsiteX32" fmla="*/ 2842258 w 2890837"/>
                <a:gd name="connsiteY32" fmla="*/ 812301 h 3249205"/>
                <a:gd name="connsiteX33" fmla="*/ 2854801 w 2890837"/>
                <a:gd name="connsiteY33" fmla="*/ 837205 h 3249205"/>
                <a:gd name="connsiteX34" fmla="*/ 2865154 w 2890837"/>
                <a:gd name="connsiteY34" fmla="*/ 863931 h 3249205"/>
                <a:gd name="connsiteX35" fmla="*/ 2873516 w 2890837"/>
                <a:gd name="connsiteY35" fmla="*/ 892884 h 3249205"/>
                <a:gd name="connsiteX36" fmla="*/ 2879688 w 2890837"/>
                <a:gd name="connsiteY36" fmla="*/ 924266 h 3249205"/>
                <a:gd name="connsiteX37" fmla="*/ 2884665 w 2890837"/>
                <a:gd name="connsiteY37" fmla="*/ 958483 h 3249205"/>
                <a:gd name="connsiteX38" fmla="*/ 2887850 w 2890837"/>
                <a:gd name="connsiteY38" fmla="*/ 995940 h 3249205"/>
                <a:gd name="connsiteX39" fmla="*/ 2889842 w 2890837"/>
                <a:gd name="connsiteY39" fmla="*/ 1036838 h 3249205"/>
                <a:gd name="connsiteX40" fmla="*/ 2890638 w 2890837"/>
                <a:gd name="connsiteY40" fmla="*/ 1081786 h 3249205"/>
                <a:gd name="connsiteX41" fmla="*/ 2890837 w 2890837"/>
                <a:gd name="connsiteY41" fmla="*/ 1131188 h 3249205"/>
                <a:gd name="connsiteX42" fmla="*/ 2890240 w 2890837"/>
                <a:gd name="connsiteY42" fmla="*/ 1185045 h 3249205"/>
                <a:gd name="connsiteX43" fmla="*/ 2889045 w 2890837"/>
                <a:gd name="connsiteY43" fmla="*/ 1243558 h 3249205"/>
                <a:gd name="connsiteX44" fmla="*/ 2887850 w 2890837"/>
                <a:gd name="connsiteY44" fmla="*/ 1307740 h 3249205"/>
                <a:gd name="connsiteX45" fmla="*/ 2886457 w 2890837"/>
                <a:gd name="connsiteY45" fmla="*/ 1377592 h 3249205"/>
                <a:gd name="connsiteX46" fmla="*/ 2885262 w 2890837"/>
                <a:gd name="connsiteY46" fmla="*/ 1453315 h 3249205"/>
                <a:gd name="connsiteX47" fmla="*/ 2884267 w 2890837"/>
                <a:gd name="connsiteY47" fmla="*/ 1535719 h 3249205"/>
                <a:gd name="connsiteX48" fmla="*/ 2883869 w 2890837"/>
                <a:gd name="connsiteY48" fmla="*/ 1624603 h 3249205"/>
                <a:gd name="connsiteX49" fmla="*/ 2884267 w 2890837"/>
                <a:gd name="connsiteY49" fmla="*/ 1713486 h 3249205"/>
                <a:gd name="connsiteX50" fmla="*/ 2885262 w 2890837"/>
                <a:gd name="connsiteY50" fmla="*/ 1795891 h 3249205"/>
                <a:gd name="connsiteX51" fmla="*/ 2886457 w 2890837"/>
                <a:gd name="connsiteY51" fmla="*/ 1871614 h 3249205"/>
                <a:gd name="connsiteX52" fmla="*/ 2887850 w 2890837"/>
                <a:gd name="connsiteY52" fmla="*/ 1941465 h 3249205"/>
                <a:gd name="connsiteX53" fmla="*/ 2889045 w 2890837"/>
                <a:gd name="connsiteY53" fmla="*/ 2005647 h 3249205"/>
                <a:gd name="connsiteX54" fmla="*/ 2890240 w 2890837"/>
                <a:gd name="connsiteY54" fmla="*/ 2064161 h 3249205"/>
                <a:gd name="connsiteX55" fmla="*/ 2890837 w 2890837"/>
                <a:gd name="connsiteY55" fmla="*/ 2118017 h 3249205"/>
                <a:gd name="connsiteX56" fmla="*/ 2890638 w 2890837"/>
                <a:gd name="connsiteY56" fmla="*/ 2167419 h 3249205"/>
                <a:gd name="connsiteX57" fmla="*/ 2889842 w 2890837"/>
                <a:gd name="connsiteY57" fmla="*/ 2212367 h 3249205"/>
                <a:gd name="connsiteX58" fmla="*/ 2887850 w 2890837"/>
                <a:gd name="connsiteY58" fmla="*/ 2253265 h 3249205"/>
                <a:gd name="connsiteX59" fmla="*/ 2884665 w 2890837"/>
                <a:gd name="connsiteY59" fmla="*/ 2290722 h 3249205"/>
                <a:gd name="connsiteX60" fmla="*/ 2879887 w 2890837"/>
                <a:gd name="connsiteY60" fmla="*/ 2324939 h 3249205"/>
                <a:gd name="connsiteX61" fmla="*/ 2873516 w 2890837"/>
                <a:gd name="connsiteY61" fmla="*/ 2356322 h 3249205"/>
                <a:gd name="connsiteX62" fmla="*/ 2865154 w 2890837"/>
                <a:gd name="connsiteY62" fmla="*/ 2385275 h 3249205"/>
                <a:gd name="connsiteX63" fmla="*/ 2854801 w 2890837"/>
                <a:gd name="connsiteY63" fmla="*/ 2412000 h 3249205"/>
                <a:gd name="connsiteX64" fmla="*/ 2842258 w 2890837"/>
                <a:gd name="connsiteY64" fmla="*/ 2436904 h 3249205"/>
                <a:gd name="connsiteX65" fmla="*/ 2827127 w 2890837"/>
                <a:gd name="connsiteY65" fmla="*/ 2460390 h 3249205"/>
                <a:gd name="connsiteX66" fmla="*/ 2809209 w 2890837"/>
                <a:gd name="connsiteY66" fmla="*/ 2482864 h 3249205"/>
                <a:gd name="connsiteX67" fmla="*/ 2788702 w 2890837"/>
                <a:gd name="connsiteY67" fmla="*/ 2504528 h 3249205"/>
                <a:gd name="connsiteX68" fmla="*/ 2764811 w 2890837"/>
                <a:gd name="connsiteY68" fmla="*/ 2525585 h 3249205"/>
                <a:gd name="connsiteX69" fmla="*/ 2737734 w 2890837"/>
                <a:gd name="connsiteY69" fmla="*/ 2547046 h 3249205"/>
                <a:gd name="connsiteX70" fmla="*/ 2707273 w 2890837"/>
                <a:gd name="connsiteY70" fmla="*/ 2568508 h 3249205"/>
                <a:gd name="connsiteX71" fmla="*/ 2672830 w 2890837"/>
                <a:gd name="connsiteY71" fmla="*/ 2590779 h 3249205"/>
                <a:gd name="connsiteX72" fmla="*/ 2634803 w 2890837"/>
                <a:gd name="connsiteY72" fmla="*/ 2614063 h 3249205"/>
                <a:gd name="connsiteX73" fmla="*/ 2592396 w 2890837"/>
                <a:gd name="connsiteY73" fmla="*/ 2638562 h 3249205"/>
                <a:gd name="connsiteX74" fmla="*/ 2545808 w 2890837"/>
                <a:gd name="connsiteY74" fmla="*/ 2664883 h 3249205"/>
                <a:gd name="connsiteX75" fmla="*/ 2494641 w 2890837"/>
                <a:gd name="connsiteY75" fmla="*/ 2693431 h 3249205"/>
                <a:gd name="connsiteX76" fmla="*/ 2439094 w 2890837"/>
                <a:gd name="connsiteY76" fmla="*/ 2724408 h 3249205"/>
                <a:gd name="connsiteX77" fmla="*/ 2378171 w 2890837"/>
                <a:gd name="connsiteY77" fmla="*/ 2758220 h 3249205"/>
                <a:gd name="connsiteX78" fmla="*/ 2312470 w 2890837"/>
                <a:gd name="connsiteY78" fmla="*/ 2794867 h 3249205"/>
                <a:gd name="connsiteX79" fmla="*/ 2241195 w 2890837"/>
                <a:gd name="connsiteY79" fmla="*/ 2835158 h 3249205"/>
                <a:gd name="connsiteX80" fmla="*/ 2164743 w 2890837"/>
                <a:gd name="connsiteY80" fmla="*/ 2879499 h 3249205"/>
                <a:gd name="connsiteX81" fmla="*/ 2088291 w 2890837"/>
                <a:gd name="connsiteY81" fmla="*/ 2924042 h 3249205"/>
                <a:gd name="connsiteX82" fmla="*/ 2018011 w 2890837"/>
                <a:gd name="connsiteY82" fmla="*/ 2966155 h 3249205"/>
                <a:gd name="connsiteX83" fmla="*/ 1953505 w 2890837"/>
                <a:gd name="connsiteY83" fmla="*/ 3005029 h 3249205"/>
                <a:gd name="connsiteX84" fmla="*/ 1894175 w 2890837"/>
                <a:gd name="connsiteY84" fmla="*/ 3041271 h 3249205"/>
                <a:gd name="connsiteX85" fmla="*/ 1839624 w 2890837"/>
                <a:gd name="connsiteY85" fmla="*/ 3074273 h 3249205"/>
                <a:gd name="connsiteX86" fmla="*/ 1789651 w 2890837"/>
                <a:gd name="connsiteY86" fmla="*/ 3104846 h 3249205"/>
                <a:gd name="connsiteX87" fmla="*/ 1743660 w 2890837"/>
                <a:gd name="connsiteY87" fmla="*/ 3132179 h 3249205"/>
                <a:gd name="connsiteX88" fmla="*/ 1701453 w 2890837"/>
                <a:gd name="connsiteY88" fmla="*/ 3156880 h 3249205"/>
                <a:gd name="connsiteX89" fmla="*/ 1662430 w 2890837"/>
                <a:gd name="connsiteY89" fmla="*/ 3178341 h 3249205"/>
                <a:gd name="connsiteX90" fmla="*/ 1626195 w 2890837"/>
                <a:gd name="connsiteY90" fmla="*/ 3197171 h 3249205"/>
                <a:gd name="connsiteX91" fmla="*/ 1592350 w 2890837"/>
                <a:gd name="connsiteY91" fmla="*/ 3212963 h 3249205"/>
                <a:gd name="connsiteX92" fmla="*/ 1560494 w 2890837"/>
                <a:gd name="connsiteY92" fmla="*/ 3226124 h 3249205"/>
                <a:gd name="connsiteX93" fmla="*/ 1530431 w 2890837"/>
                <a:gd name="connsiteY93" fmla="*/ 3236247 h 3249205"/>
                <a:gd name="connsiteX94" fmla="*/ 1501364 w 2890837"/>
                <a:gd name="connsiteY94" fmla="*/ 3243334 h 3249205"/>
                <a:gd name="connsiteX95" fmla="*/ 1473092 w 2890837"/>
                <a:gd name="connsiteY95" fmla="*/ 3247788 h 3249205"/>
                <a:gd name="connsiteX96" fmla="*/ 1445618 w 2890837"/>
                <a:gd name="connsiteY96" fmla="*/ 3249205 h 3249205"/>
                <a:gd name="connsiteX97" fmla="*/ 1417744 w 2890837"/>
                <a:gd name="connsiteY97" fmla="*/ 3247788 h 3249205"/>
                <a:gd name="connsiteX98" fmla="*/ 1389473 w 2890837"/>
                <a:gd name="connsiteY98" fmla="*/ 3243334 h 3249205"/>
                <a:gd name="connsiteX99" fmla="*/ 1360406 w 2890837"/>
                <a:gd name="connsiteY99" fmla="*/ 3236247 h 3249205"/>
                <a:gd name="connsiteX100" fmla="*/ 1330342 w 2890837"/>
                <a:gd name="connsiteY100" fmla="*/ 3226124 h 3249205"/>
                <a:gd name="connsiteX101" fmla="*/ 1298488 w 2890837"/>
                <a:gd name="connsiteY101" fmla="*/ 3212963 h 3249205"/>
                <a:gd name="connsiteX102" fmla="*/ 1264642 w 2890837"/>
                <a:gd name="connsiteY102" fmla="*/ 3197171 h 3249205"/>
                <a:gd name="connsiteX103" fmla="*/ 1228407 w 2890837"/>
                <a:gd name="connsiteY103" fmla="*/ 3178341 h 3249205"/>
                <a:gd name="connsiteX104" fmla="*/ 1189384 w 2890837"/>
                <a:gd name="connsiteY104" fmla="*/ 3156880 h 3249205"/>
                <a:gd name="connsiteX105" fmla="*/ 1147176 w 2890837"/>
                <a:gd name="connsiteY105" fmla="*/ 3132179 h 3249205"/>
                <a:gd name="connsiteX106" fmla="*/ 1101186 w 2890837"/>
                <a:gd name="connsiteY106" fmla="*/ 3104846 h 3249205"/>
                <a:gd name="connsiteX107" fmla="*/ 1051214 w 2890837"/>
                <a:gd name="connsiteY107" fmla="*/ 3074273 h 3249205"/>
                <a:gd name="connsiteX108" fmla="*/ 996662 w 2890837"/>
                <a:gd name="connsiteY108" fmla="*/ 3041271 h 3249205"/>
                <a:gd name="connsiteX109" fmla="*/ 937332 w 2890837"/>
                <a:gd name="connsiteY109" fmla="*/ 3005029 h 3249205"/>
                <a:gd name="connsiteX110" fmla="*/ 872826 w 2890837"/>
                <a:gd name="connsiteY110" fmla="*/ 2966155 h 3249205"/>
                <a:gd name="connsiteX111" fmla="*/ 802546 w 2890837"/>
                <a:gd name="connsiteY111" fmla="*/ 2924042 h 3249205"/>
                <a:gd name="connsiteX112" fmla="*/ 726094 w 2890837"/>
                <a:gd name="connsiteY112" fmla="*/ 2879499 h 3249205"/>
                <a:gd name="connsiteX113" fmla="*/ 649642 w 2890837"/>
                <a:gd name="connsiteY113" fmla="*/ 2835158 h 3249205"/>
                <a:gd name="connsiteX114" fmla="*/ 578366 w 2890837"/>
                <a:gd name="connsiteY114" fmla="*/ 2794867 h 3249205"/>
                <a:gd name="connsiteX115" fmla="*/ 512666 w 2890837"/>
                <a:gd name="connsiteY115" fmla="*/ 2758018 h 3249205"/>
                <a:gd name="connsiteX116" fmla="*/ 451743 w 2890837"/>
                <a:gd name="connsiteY116" fmla="*/ 2724206 h 3249205"/>
                <a:gd name="connsiteX117" fmla="*/ 396196 w 2890837"/>
                <a:gd name="connsiteY117" fmla="*/ 2693431 h 3249205"/>
                <a:gd name="connsiteX118" fmla="*/ 345029 w 2890837"/>
                <a:gd name="connsiteY118" fmla="*/ 2664883 h 3249205"/>
                <a:gd name="connsiteX119" fmla="*/ 298441 w 2890837"/>
                <a:gd name="connsiteY119" fmla="*/ 2638562 h 3249205"/>
                <a:gd name="connsiteX120" fmla="*/ 256233 w 2890837"/>
                <a:gd name="connsiteY120" fmla="*/ 2614063 h 3249205"/>
                <a:gd name="connsiteX121" fmla="*/ 218007 w 2890837"/>
                <a:gd name="connsiteY121" fmla="*/ 2590577 h 3249205"/>
                <a:gd name="connsiteX122" fmla="*/ 183564 w 2890837"/>
                <a:gd name="connsiteY122" fmla="*/ 2568508 h 3249205"/>
                <a:gd name="connsiteX123" fmla="*/ 153302 w 2890837"/>
                <a:gd name="connsiteY123" fmla="*/ 2547046 h 3249205"/>
                <a:gd name="connsiteX124" fmla="*/ 126026 w 2890837"/>
                <a:gd name="connsiteY124" fmla="*/ 2525585 h 3249205"/>
                <a:gd name="connsiteX125" fmla="*/ 102135 w 2890837"/>
                <a:gd name="connsiteY125" fmla="*/ 2504528 h 3249205"/>
                <a:gd name="connsiteX126" fmla="*/ 81628 w 2890837"/>
                <a:gd name="connsiteY126" fmla="*/ 2482864 h 3249205"/>
                <a:gd name="connsiteX127" fmla="*/ 63710 w 2890837"/>
                <a:gd name="connsiteY127" fmla="*/ 2460390 h 3249205"/>
                <a:gd name="connsiteX128" fmla="*/ 48579 w 2890837"/>
                <a:gd name="connsiteY128" fmla="*/ 2436904 h 3249205"/>
                <a:gd name="connsiteX129" fmla="*/ 36036 w 2890837"/>
                <a:gd name="connsiteY129" fmla="*/ 2412000 h 3249205"/>
                <a:gd name="connsiteX130" fmla="*/ 25683 w 2890837"/>
                <a:gd name="connsiteY130" fmla="*/ 2385275 h 3249205"/>
                <a:gd name="connsiteX131" fmla="*/ 17321 w 2890837"/>
                <a:gd name="connsiteY131" fmla="*/ 2356322 h 3249205"/>
                <a:gd name="connsiteX132" fmla="*/ 11149 w 2890837"/>
                <a:gd name="connsiteY132" fmla="*/ 2324939 h 3249205"/>
                <a:gd name="connsiteX133" fmla="*/ 6172 w 2890837"/>
                <a:gd name="connsiteY133" fmla="*/ 2290722 h 3249205"/>
                <a:gd name="connsiteX134" fmla="*/ 2986 w 2890837"/>
                <a:gd name="connsiteY134" fmla="*/ 2253265 h 3249205"/>
                <a:gd name="connsiteX135" fmla="*/ 995 w 2890837"/>
                <a:gd name="connsiteY135" fmla="*/ 2212367 h 3249205"/>
                <a:gd name="connsiteX136" fmla="*/ 199 w 2890837"/>
                <a:gd name="connsiteY136" fmla="*/ 2167419 h 3249205"/>
                <a:gd name="connsiteX137" fmla="*/ 0 w 2890837"/>
                <a:gd name="connsiteY137" fmla="*/ 2118017 h 3249205"/>
                <a:gd name="connsiteX138" fmla="*/ 597 w 2890837"/>
                <a:gd name="connsiteY138" fmla="*/ 2064161 h 3249205"/>
                <a:gd name="connsiteX139" fmla="*/ 1792 w 2890837"/>
                <a:gd name="connsiteY139" fmla="*/ 2005647 h 3249205"/>
                <a:gd name="connsiteX140" fmla="*/ 2986 w 2890837"/>
                <a:gd name="connsiteY140" fmla="*/ 1941465 h 3249205"/>
                <a:gd name="connsiteX141" fmla="*/ 4380 w 2890837"/>
                <a:gd name="connsiteY141" fmla="*/ 1871614 h 3249205"/>
                <a:gd name="connsiteX142" fmla="*/ 5575 w 2890837"/>
                <a:gd name="connsiteY142" fmla="*/ 1795891 h 3249205"/>
                <a:gd name="connsiteX143" fmla="*/ 6570 w 2890837"/>
                <a:gd name="connsiteY143" fmla="*/ 1713486 h 3249205"/>
                <a:gd name="connsiteX144" fmla="*/ 6968 w 2890837"/>
                <a:gd name="connsiteY144" fmla="*/ 1624603 h 3249205"/>
                <a:gd name="connsiteX145" fmla="*/ 6570 w 2890837"/>
                <a:gd name="connsiteY145" fmla="*/ 1535719 h 3249205"/>
                <a:gd name="connsiteX146" fmla="*/ 5575 w 2890837"/>
                <a:gd name="connsiteY146" fmla="*/ 1453315 h 3249205"/>
                <a:gd name="connsiteX147" fmla="*/ 4380 w 2890837"/>
                <a:gd name="connsiteY147" fmla="*/ 1377592 h 3249205"/>
                <a:gd name="connsiteX148" fmla="*/ 2986 w 2890837"/>
                <a:gd name="connsiteY148" fmla="*/ 1307740 h 3249205"/>
                <a:gd name="connsiteX149" fmla="*/ 1792 w 2890837"/>
                <a:gd name="connsiteY149" fmla="*/ 1243558 h 3249205"/>
                <a:gd name="connsiteX150" fmla="*/ 597 w 2890837"/>
                <a:gd name="connsiteY150" fmla="*/ 1185045 h 3249205"/>
                <a:gd name="connsiteX151" fmla="*/ 0 w 2890837"/>
                <a:gd name="connsiteY151" fmla="*/ 1131188 h 3249205"/>
                <a:gd name="connsiteX152" fmla="*/ 199 w 2890837"/>
                <a:gd name="connsiteY152" fmla="*/ 1081786 h 3249205"/>
                <a:gd name="connsiteX153" fmla="*/ 995 w 2890837"/>
                <a:gd name="connsiteY153" fmla="*/ 1036838 h 3249205"/>
                <a:gd name="connsiteX154" fmla="*/ 2986 w 2890837"/>
                <a:gd name="connsiteY154" fmla="*/ 995940 h 3249205"/>
                <a:gd name="connsiteX155" fmla="*/ 6172 w 2890837"/>
                <a:gd name="connsiteY155" fmla="*/ 958483 h 3249205"/>
                <a:gd name="connsiteX156" fmla="*/ 10950 w 2890837"/>
                <a:gd name="connsiteY156" fmla="*/ 924266 h 3249205"/>
                <a:gd name="connsiteX157" fmla="*/ 17321 w 2890837"/>
                <a:gd name="connsiteY157" fmla="*/ 892884 h 3249205"/>
                <a:gd name="connsiteX158" fmla="*/ 25683 w 2890837"/>
                <a:gd name="connsiteY158" fmla="*/ 863931 h 3249205"/>
                <a:gd name="connsiteX159" fmla="*/ 36036 w 2890837"/>
                <a:gd name="connsiteY159" fmla="*/ 837205 h 3249205"/>
                <a:gd name="connsiteX160" fmla="*/ 48579 w 2890837"/>
                <a:gd name="connsiteY160" fmla="*/ 812301 h 3249205"/>
                <a:gd name="connsiteX161" fmla="*/ 63710 w 2890837"/>
                <a:gd name="connsiteY161" fmla="*/ 788815 h 3249205"/>
                <a:gd name="connsiteX162" fmla="*/ 81628 w 2890837"/>
                <a:gd name="connsiteY162" fmla="*/ 766341 h 3249205"/>
                <a:gd name="connsiteX163" fmla="*/ 102135 w 2890837"/>
                <a:gd name="connsiteY163" fmla="*/ 744677 h 3249205"/>
                <a:gd name="connsiteX164" fmla="*/ 126026 w 2890837"/>
                <a:gd name="connsiteY164" fmla="*/ 723620 h 3249205"/>
                <a:gd name="connsiteX165" fmla="*/ 153103 w 2890837"/>
                <a:gd name="connsiteY165" fmla="*/ 702159 h 3249205"/>
                <a:gd name="connsiteX166" fmla="*/ 183564 w 2890837"/>
                <a:gd name="connsiteY166" fmla="*/ 680697 h 3249205"/>
                <a:gd name="connsiteX167" fmla="*/ 218007 w 2890837"/>
                <a:gd name="connsiteY167" fmla="*/ 658426 h 3249205"/>
                <a:gd name="connsiteX168" fmla="*/ 256034 w 2890837"/>
                <a:gd name="connsiteY168" fmla="*/ 635142 h 3249205"/>
                <a:gd name="connsiteX169" fmla="*/ 298441 w 2890837"/>
                <a:gd name="connsiteY169" fmla="*/ 610643 h 3249205"/>
                <a:gd name="connsiteX170" fmla="*/ 345029 w 2890837"/>
                <a:gd name="connsiteY170" fmla="*/ 584323 h 3249205"/>
                <a:gd name="connsiteX171" fmla="*/ 396196 w 2890837"/>
                <a:gd name="connsiteY171" fmla="*/ 555775 h 3249205"/>
                <a:gd name="connsiteX172" fmla="*/ 451743 w 2890837"/>
                <a:gd name="connsiteY172" fmla="*/ 524797 h 3249205"/>
                <a:gd name="connsiteX173" fmla="*/ 512666 w 2890837"/>
                <a:gd name="connsiteY173" fmla="*/ 490985 h 3249205"/>
                <a:gd name="connsiteX174" fmla="*/ 578366 w 2890837"/>
                <a:gd name="connsiteY174" fmla="*/ 454338 h 3249205"/>
                <a:gd name="connsiteX175" fmla="*/ 649642 w 2890837"/>
                <a:gd name="connsiteY175" fmla="*/ 414047 h 3249205"/>
                <a:gd name="connsiteX176" fmla="*/ 726094 w 2890837"/>
                <a:gd name="connsiteY176" fmla="*/ 369706 h 3249205"/>
                <a:gd name="connsiteX177" fmla="*/ 802546 w 2890837"/>
                <a:gd name="connsiteY177" fmla="*/ 325164 h 3249205"/>
                <a:gd name="connsiteX178" fmla="*/ 872826 w 2890837"/>
                <a:gd name="connsiteY178" fmla="*/ 283050 h 3249205"/>
                <a:gd name="connsiteX179" fmla="*/ 937332 w 2890837"/>
                <a:gd name="connsiteY179" fmla="*/ 244176 h 3249205"/>
                <a:gd name="connsiteX180" fmla="*/ 996662 w 2890837"/>
                <a:gd name="connsiteY180" fmla="*/ 207935 h 3249205"/>
                <a:gd name="connsiteX181" fmla="*/ 1051214 w 2890837"/>
                <a:gd name="connsiteY181" fmla="*/ 174932 h 3249205"/>
                <a:gd name="connsiteX182" fmla="*/ 1101186 w 2890837"/>
                <a:gd name="connsiteY182" fmla="*/ 144360 h 3249205"/>
                <a:gd name="connsiteX183" fmla="*/ 1147176 w 2890837"/>
                <a:gd name="connsiteY183" fmla="*/ 117027 h 3249205"/>
                <a:gd name="connsiteX184" fmla="*/ 1189384 w 2890837"/>
                <a:gd name="connsiteY184" fmla="*/ 92325 h 3249205"/>
                <a:gd name="connsiteX185" fmla="*/ 1228407 w 2890837"/>
                <a:gd name="connsiteY185" fmla="*/ 70864 h 3249205"/>
                <a:gd name="connsiteX186" fmla="*/ 1264642 w 2890837"/>
                <a:gd name="connsiteY186" fmla="*/ 52034 h 3249205"/>
                <a:gd name="connsiteX187" fmla="*/ 1298488 w 2890837"/>
                <a:gd name="connsiteY187" fmla="*/ 36242 h 3249205"/>
                <a:gd name="connsiteX188" fmla="*/ 1330342 w 2890837"/>
                <a:gd name="connsiteY188" fmla="*/ 23081 h 3249205"/>
                <a:gd name="connsiteX189" fmla="*/ 1360406 w 2890837"/>
                <a:gd name="connsiteY189" fmla="*/ 12958 h 3249205"/>
                <a:gd name="connsiteX190" fmla="*/ 1389473 w 2890837"/>
                <a:gd name="connsiteY190" fmla="*/ 5872 h 3249205"/>
                <a:gd name="connsiteX191" fmla="*/ 1417744 w 2890837"/>
                <a:gd name="connsiteY191" fmla="*/ 1417 h 3249205"/>
                <a:gd name="connsiteX192" fmla="*/ 1445618 w 2890837"/>
                <a:gd name="connsiteY192" fmla="*/ 0 h 3249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</a:cxnLst>
              <a:rect l="l" t="t" r="r" b="b"/>
              <a:pathLst>
                <a:path w="2890837" h="3249205">
                  <a:moveTo>
                    <a:pt x="1445618" y="0"/>
                  </a:moveTo>
                  <a:lnTo>
                    <a:pt x="1473092" y="1417"/>
                  </a:lnTo>
                  <a:lnTo>
                    <a:pt x="1501364" y="5872"/>
                  </a:lnTo>
                  <a:lnTo>
                    <a:pt x="1530431" y="12958"/>
                  </a:lnTo>
                  <a:lnTo>
                    <a:pt x="1560494" y="23081"/>
                  </a:lnTo>
                  <a:lnTo>
                    <a:pt x="1592350" y="36242"/>
                  </a:lnTo>
                  <a:lnTo>
                    <a:pt x="1626195" y="52034"/>
                  </a:lnTo>
                  <a:lnTo>
                    <a:pt x="1662430" y="70864"/>
                  </a:lnTo>
                  <a:lnTo>
                    <a:pt x="1701453" y="92325"/>
                  </a:lnTo>
                  <a:lnTo>
                    <a:pt x="1743660" y="117027"/>
                  </a:lnTo>
                  <a:lnTo>
                    <a:pt x="1789651" y="144360"/>
                  </a:lnTo>
                  <a:lnTo>
                    <a:pt x="1839624" y="174932"/>
                  </a:lnTo>
                  <a:lnTo>
                    <a:pt x="1894175" y="207935"/>
                  </a:lnTo>
                  <a:lnTo>
                    <a:pt x="1953505" y="244176"/>
                  </a:lnTo>
                  <a:lnTo>
                    <a:pt x="2018011" y="283050"/>
                  </a:lnTo>
                  <a:lnTo>
                    <a:pt x="2088291" y="325164"/>
                  </a:lnTo>
                  <a:lnTo>
                    <a:pt x="2164743" y="369706"/>
                  </a:lnTo>
                  <a:lnTo>
                    <a:pt x="2241195" y="414047"/>
                  </a:lnTo>
                  <a:lnTo>
                    <a:pt x="2312470" y="454338"/>
                  </a:lnTo>
                  <a:lnTo>
                    <a:pt x="2378171" y="491187"/>
                  </a:lnTo>
                  <a:lnTo>
                    <a:pt x="2439094" y="524999"/>
                  </a:lnTo>
                  <a:lnTo>
                    <a:pt x="2494641" y="555775"/>
                  </a:lnTo>
                  <a:lnTo>
                    <a:pt x="2545808" y="584323"/>
                  </a:lnTo>
                  <a:lnTo>
                    <a:pt x="2592396" y="610643"/>
                  </a:lnTo>
                  <a:lnTo>
                    <a:pt x="2634604" y="635142"/>
                  </a:lnTo>
                  <a:lnTo>
                    <a:pt x="2672830" y="658628"/>
                  </a:lnTo>
                  <a:lnTo>
                    <a:pt x="2707273" y="680697"/>
                  </a:lnTo>
                  <a:lnTo>
                    <a:pt x="2737535" y="702159"/>
                  </a:lnTo>
                  <a:lnTo>
                    <a:pt x="2764811" y="723620"/>
                  </a:lnTo>
                  <a:lnTo>
                    <a:pt x="2788702" y="744677"/>
                  </a:lnTo>
                  <a:lnTo>
                    <a:pt x="2809209" y="766341"/>
                  </a:lnTo>
                  <a:lnTo>
                    <a:pt x="2827127" y="788815"/>
                  </a:lnTo>
                  <a:lnTo>
                    <a:pt x="2842258" y="812301"/>
                  </a:lnTo>
                  <a:lnTo>
                    <a:pt x="2854801" y="837205"/>
                  </a:lnTo>
                  <a:lnTo>
                    <a:pt x="2865154" y="863931"/>
                  </a:lnTo>
                  <a:lnTo>
                    <a:pt x="2873516" y="892884"/>
                  </a:lnTo>
                  <a:lnTo>
                    <a:pt x="2879688" y="924266"/>
                  </a:lnTo>
                  <a:lnTo>
                    <a:pt x="2884665" y="958483"/>
                  </a:lnTo>
                  <a:lnTo>
                    <a:pt x="2887850" y="995940"/>
                  </a:lnTo>
                  <a:lnTo>
                    <a:pt x="2889842" y="1036838"/>
                  </a:lnTo>
                  <a:lnTo>
                    <a:pt x="2890638" y="1081786"/>
                  </a:lnTo>
                  <a:lnTo>
                    <a:pt x="2890837" y="1131188"/>
                  </a:lnTo>
                  <a:lnTo>
                    <a:pt x="2890240" y="1185045"/>
                  </a:lnTo>
                  <a:lnTo>
                    <a:pt x="2889045" y="1243558"/>
                  </a:lnTo>
                  <a:lnTo>
                    <a:pt x="2887850" y="1307740"/>
                  </a:lnTo>
                  <a:lnTo>
                    <a:pt x="2886457" y="1377592"/>
                  </a:lnTo>
                  <a:lnTo>
                    <a:pt x="2885262" y="1453315"/>
                  </a:lnTo>
                  <a:lnTo>
                    <a:pt x="2884267" y="1535719"/>
                  </a:lnTo>
                  <a:lnTo>
                    <a:pt x="2883869" y="1624603"/>
                  </a:lnTo>
                  <a:lnTo>
                    <a:pt x="2884267" y="1713486"/>
                  </a:lnTo>
                  <a:lnTo>
                    <a:pt x="2885262" y="1795891"/>
                  </a:lnTo>
                  <a:lnTo>
                    <a:pt x="2886457" y="1871614"/>
                  </a:lnTo>
                  <a:lnTo>
                    <a:pt x="2887850" y="1941465"/>
                  </a:lnTo>
                  <a:lnTo>
                    <a:pt x="2889045" y="2005647"/>
                  </a:lnTo>
                  <a:lnTo>
                    <a:pt x="2890240" y="2064161"/>
                  </a:lnTo>
                  <a:lnTo>
                    <a:pt x="2890837" y="2118017"/>
                  </a:lnTo>
                  <a:lnTo>
                    <a:pt x="2890638" y="2167419"/>
                  </a:lnTo>
                  <a:lnTo>
                    <a:pt x="2889842" y="2212367"/>
                  </a:lnTo>
                  <a:lnTo>
                    <a:pt x="2887850" y="2253265"/>
                  </a:lnTo>
                  <a:lnTo>
                    <a:pt x="2884665" y="2290722"/>
                  </a:lnTo>
                  <a:lnTo>
                    <a:pt x="2879887" y="2324939"/>
                  </a:lnTo>
                  <a:lnTo>
                    <a:pt x="2873516" y="2356322"/>
                  </a:lnTo>
                  <a:lnTo>
                    <a:pt x="2865154" y="2385275"/>
                  </a:lnTo>
                  <a:lnTo>
                    <a:pt x="2854801" y="2412000"/>
                  </a:lnTo>
                  <a:lnTo>
                    <a:pt x="2842258" y="2436904"/>
                  </a:lnTo>
                  <a:lnTo>
                    <a:pt x="2827127" y="2460390"/>
                  </a:lnTo>
                  <a:lnTo>
                    <a:pt x="2809209" y="2482864"/>
                  </a:lnTo>
                  <a:lnTo>
                    <a:pt x="2788702" y="2504528"/>
                  </a:lnTo>
                  <a:lnTo>
                    <a:pt x="2764811" y="2525585"/>
                  </a:lnTo>
                  <a:lnTo>
                    <a:pt x="2737734" y="2547046"/>
                  </a:lnTo>
                  <a:lnTo>
                    <a:pt x="2707273" y="2568508"/>
                  </a:lnTo>
                  <a:lnTo>
                    <a:pt x="2672830" y="2590779"/>
                  </a:lnTo>
                  <a:lnTo>
                    <a:pt x="2634803" y="2614063"/>
                  </a:lnTo>
                  <a:lnTo>
                    <a:pt x="2592396" y="2638562"/>
                  </a:lnTo>
                  <a:lnTo>
                    <a:pt x="2545808" y="2664883"/>
                  </a:lnTo>
                  <a:lnTo>
                    <a:pt x="2494641" y="2693431"/>
                  </a:lnTo>
                  <a:lnTo>
                    <a:pt x="2439094" y="2724408"/>
                  </a:lnTo>
                  <a:lnTo>
                    <a:pt x="2378171" y="2758220"/>
                  </a:lnTo>
                  <a:lnTo>
                    <a:pt x="2312470" y="2794867"/>
                  </a:lnTo>
                  <a:lnTo>
                    <a:pt x="2241195" y="2835158"/>
                  </a:lnTo>
                  <a:lnTo>
                    <a:pt x="2164743" y="2879499"/>
                  </a:lnTo>
                  <a:lnTo>
                    <a:pt x="2088291" y="2924042"/>
                  </a:lnTo>
                  <a:lnTo>
                    <a:pt x="2018011" y="2966155"/>
                  </a:lnTo>
                  <a:lnTo>
                    <a:pt x="1953505" y="3005029"/>
                  </a:lnTo>
                  <a:lnTo>
                    <a:pt x="1894175" y="3041271"/>
                  </a:lnTo>
                  <a:lnTo>
                    <a:pt x="1839624" y="3074273"/>
                  </a:lnTo>
                  <a:lnTo>
                    <a:pt x="1789651" y="3104846"/>
                  </a:lnTo>
                  <a:lnTo>
                    <a:pt x="1743660" y="3132179"/>
                  </a:lnTo>
                  <a:lnTo>
                    <a:pt x="1701453" y="3156880"/>
                  </a:lnTo>
                  <a:lnTo>
                    <a:pt x="1662430" y="3178341"/>
                  </a:lnTo>
                  <a:lnTo>
                    <a:pt x="1626195" y="3197171"/>
                  </a:lnTo>
                  <a:lnTo>
                    <a:pt x="1592350" y="3212963"/>
                  </a:lnTo>
                  <a:lnTo>
                    <a:pt x="1560494" y="3226124"/>
                  </a:lnTo>
                  <a:lnTo>
                    <a:pt x="1530431" y="3236247"/>
                  </a:lnTo>
                  <a:lnTo>
                    <a:pt x="1501364" y="3243334"/>
                  </a:lnTo>
                  <a:lnTo>
                    <a:pt x="1473092" y="3247788"/>
                  </a:lnTo>
                  <a:lnTo>
                    <a:pt x="1445618" y="3249205"/>
                  </a:lnTo>
                  <a:lnTo>
                    <a:pt x="1417744" y="3247788"/>
                  </a:lnTo>
                  <a:lnTo>
                    <a:pt x="1389473" y="3243334"/>
                  </a:lnTo>
                  <a:lnTo>
                    <a:pt x="1360406" y="3236247"/>
                  </a:lnTo>
                  <a:lnTo>
                    <a:pt x="1330342" y="3226124"/>
                  </a:lnTo>
                  <a:lnTo>
                    <a:pt x="1298488" y="3212963"/>
                  </a:lnTo>
                  <a:lnTo>
                    <a:pt x="1264642" y="3197171"/>
                  </a:lnTo>
                  <a:lnTo>
                    <a:pt x="1228407" y="3178341"/>
                  </a:lnTo>
                  <a:lnTo>
                    <a:pt x="1189384" y="3156880"/>
                  </a:lnTo>
                  <a:lnTo>
                    <a:pt x="1147176" y="3132179"/>
                  </a:lnTo>
                  <a:lnTo>
                    <a:pt x="1101186" y="3104846"/>
                  </a:lnTo>
                  <a:lnTo>
                    <a:pt x="1051214" y="3074273"/>
                  </a:lnTo>
                  <a:lnTo>
                    <a:pt x="996662" y="3041271"/>
                  </a:lnTo>
                  <a:lnTo>
                    <a:pt x="937332" y="3005029"/>
                  </a:lnTo>
                  <a:lnTo>
                    <a:pt x="872826" y="2966155"/>
                  </a:lnTo>
                  <a:lnTo>
                    <a:pt x="802546" y="2924042"/>
                  </a:lnTo>
                  <a:lnTo>
                    <a:pt x="726094" y="2879499"/>
                  </a:lnTo>
                  <a:lnTo>
                    <a:pt x="649642" y="2835158"/>
                  </a:lnTo>
                  <a:lnTo>
                    <a:pt x="578366" y="2794867"/>
                  </a:lnTo>
                  <a:lnTo>
                    <a:pt x="512666" y="2758018"/>
                  </a:lnTo>
                  <a:lnTo>
                    <a:pt x="451743" y="2724206"/>
                  </a:lnTo>
                  <a:lnTo>
                    <a:pt x="396196" y="2693431"/>
                  </a:lnTo>
                  <a:lnTo>
                    <a:pt x="345029" y="2664883"/>
                  </a:lnTo>
                  <a:lnTo>
                    <a:pt x="298441" y="2638562"/>
                  </a:lnTo>
                  <a:lnTo>
                    <a:pt x="256233" y="2614063"/>
                  </a:lnTo>
                  <a:lnTo>
                    <a:pt x="218007" y="2590577"/>
                  </a:lnTo>
                  <a:lnTo>
                    <a:pt x="183564" y="2568508"/>
                  </a:lnTo>
                  <a:lnTo>
                    <a:pt x="153302" y="2547046"/>
                  </a:lnTo>
                  <a:lnTo>
                    <a:pt x="126026" y="2525585"/>
                  </a:lnTo>
                  <a:lnTo>
                    <a:pt x="102135" y="2504528"/>
                  </a:lnTo>
                  <a:lnTo>
                    <a:pt x="81628" y="2482864"/>
                  </a:lnTo>
                  <a:lnTo>
                    <a:pt x="63710" y="2460390"/>
                  </a:lnTo>
                  <a:lnTo>
                    <a:pt x="48579" y="2436904"/>
                  </a:lnTo>
                  <a:lnTo>
                    <a:pt x="36036" y="2412000"/>
                  </a:lnTo>
                  <a:lnTo>
                    <a:pt x="25683" y="2385275"/>
                  </a:lnTo>
                  <a:lnTo>
                    <a:pt x="17321" y="2356322"/>
                  </a:lnTo>
                  <a:lnTo>
                    <a:pt x="11149" y="2324939"/>
                  </a:lnTo>
                  <a:lnTo>
                    <a:pt x="6172" y="2290722"/>
                  </a:lnTo>
                  <a:lnTo>
                    <a:pt x="2986" y="2253265"/>
                  </a:lnTo>
                  <a:lnTo>
                    <a:pt x="995" y="2212367"/>
                  </a:lnTo>
                  <a:lnTo>
                    <a:pt x="199" y="2167419"/>
                  </a:lnTo>
                  <a:lnTo>
                    <a:pt x="0" y="2118017"/>
                  </a:lnTo>
                  <a:lnTo>
                    <a:pt x="597" y="2064161"/>
                  </a:lnTo>
                  <a:lnTo>
                    <a:pt x="1792" y="2005647"/>
                  </a:lnTo>
                  <a:lnTo>
                    <a:pt x="2986" y="1941465"/>
                  </a:lnTo>
                  <a:lnTo>
                    <a:pt x="4380" y="1871614"/>
                  </a:lnTo>
                  <a:lnTo>
                    <a:pt x="5575" y="1795891"/>
                  </a:lnTo>
                  <a:lnTo>
                    <a:pt x="6570" y="1713486"/>
                  </a:lnTo>
                  <a:lnTo>
                    <a:pt x="6968" y="1624603"/>
                  </a:lnTo>
                  <a:lnTo>
                    <a:pt x="6570" y="1535719"/>
                  </a:lnTo>
                  <a:lnTo>
                    <a:pt x="5575" y="1453315"/>
                  </a:lnTo>
                  <a:lnTo>
                    <a:pt x="4380" y="1377592"/>
                  </a:lnTo>
                  <a:lnTo>
                    <a:pt x="2986" y="1307740"/>
                  </a:lnTo>
                  <a:lnTo>
                    <a:pt x="1792" y="1243558"/>
                  </a:lnTo>
                  <a:lnTo>
                    <a:pt x="597" y="1185045"/>
                  </a:lnTo>
                  <a:lnTo>
                    <a:pt x="0" y="1131188"/>
                  </a:lnTo>
                  <a:lnTo>
                    <a:pt x="199" y="1081786"/>
                  </a:lnTo>
                  <a:lnTo>
                    <a:pt x="995" y="1036838"/>
                  </a:lnTo>
                  <a:lnTo>
                    <a:pt x="2986" y="995940"/>
                  </a:lnTo>
                  <a:lnTo>
                    <a:pt x="6172" y="958483"/>
                  </a:lnTo>
                  <a:lnTo>
                    <a:pt x="10950" y="924266"/>
                  </a:lnTo>
                  <a:lnTo>
                    <a:pt x="17321" y="892884"/>
                  </a:lnTo>
                  <a:lnTo>
                    <a:pt x="25683" y="863931"/>
                  </a:lnTo>
                  <a:lnTo>
                    <a:pt x="36036" y="837205"/>
                  </a:lnTo>
                  <a:lnTo>
                    <a:pt x="48579" y="812301"/>
                  </a:lnTo>
                  <a:lnTo>
                    <a:pt x="63710" y="788815"/>
                  </a:lnTo>
                  <a:lnTo>
                    <a:pt x="81628" y="766341"/>
                  </a:lnTo>
                  <a:lnTo>
                    <a:pt x="102135" y="744677"/>
                  </a:lnTo>
                  <a:lnTo>
                    <a:pt x="126026" y="723620"/>
                  </a:lnTo>
                  <a:lnTo>
                    <a:pt x="153103" y="702159"/>
                  </a:lnTo>
                  <a:lnTo>
                    <a:pt x="183564" y="680697"/>
                  </a:lnTo>
                  <a:lnTo>
                    <a:pt x="218007" y="658426"/>
                  </a:lnTo>
                  <a:lnTo>
                    <a:pt x="256034" y="635142"/>
                  </a:lnTo>
                  <a:lnTo>
                    <a:pt x="298441" y="610643"/>
                  </a:lnTo>
                  <a:lnTo>
                    <a:pt x="345029" y="584323"/>
                  </a:lnTo>
                  <a:lnTo>
                    <a:pt x="396196" y="555775"/>
                  </a:lnTo>
                  <a:lnTo>
                    <a:pt x="451743" y="524797"/>
                  </a:lnTo>
                  <a:lnTo>
                    <a:pt x="512666" y="490985"/>
                  </a:lnTo>
                  <a:lnTo>
                    <a:pt x="578366" y="454338"/>
                  </a:lnTo>
                  <a:lnTo>
                    <a:pt x="649642" y="414047"/>
                  </a:lnTo>
                  <a:lnTo>
                    <a:pt x="726094" y="369706"/>
                  </a:lnTo>
                  <a:lnTo>
                    <a:pt x="802546" y="325164"/>
                  </a:lnTo>
                  <a:lnTo>
                    <a:pt x="872826" y="283050"/>
                  </a:lnTo>
                  <a:lnTo>
                    <a:pt x="937332" y="244176"/>
                  </a:lnTo>
                  <a:lnTo>
                    <a:pt x="996662" y="207935"/>
                  </a:lnTo>
                  <a:lnTo>
                    <a:pt x="1051214" y="174932"/>
                  </a:lnTo>
                  <a:lnTo>
                    <a:pt x="1101186" y="144360"/>
                  </a:lnTo>
                  <a:lnTo>
                    <a:pt x="1147176" y="117027"/>
                  </a:lnTo>
                  <a:lnTo>
                    <a:pt x="1189384" y="92325"/>
                  </a:lnTo>
                  <a:lnTo>
                    <a:pt x="1228407" y="70864"/>
                  </a:lnTo>
                  <a:lnTo>
                    <a:pt x="1264642" y="52034"/>
                  </a:lnTo>
                  <a:lnTo>
                    <a:pt x="1298488" y="36242"/>
                  </a:lnTo>
                  <a:lnTo>
                    <a:pt x="1330342" y="23081"/>
                  </a:lnTo>
                  <a:lnTo>
                    <a:pt x="1360406" y="12958"/>
                  </a:lnTo>
                  <a:lnTo>
                    <a:pt x="1389473" y="5872"/>
                  </a:lnTo>
                  <a:lnTo>
                    <a:pt x="1417744" y="1417"/>
                  </a:lnTo>
                  <a:lnTo>
                    <a:pt x="1445618" y="0"/>
                  </a:lnTo>
                  <a:close/>
                </a:path>
              </a:pathLst>
            </a:custGeom>
            <a:solidFill>
              <a:srgbClr val="121416"/>
            </a:solidFill>
            <a:ln>
              <a:noFill/>
            </a:ln>
            <a:effectLst>
              <a:outerShdw blurRad="546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3537626-7958-451B-AB49-1409A38D034B}"/>
                </a:ext>
              </a:extLst>
            </p:cNvPr>
            <p:cNvGrpSpPr/>
            <p:nvPr/>
          </p:nvGrpSpPr>
          <p:grpSpPr>
            <a:xfrm>
              <a:off x="8145263" y="3691975"/>
              <a:ext cx="2089782" cy="1213281"/>
              <a:chOff x="1964358" y="3797661"/>
              <a:chExt cx="2089782" cy="1213281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1E3FE70-9D35-4AAF-8BF1-9DFE075532F2}"/>
                  </a:ext>
                </a:extLst>
              </p:cNvPr>
              <p:cNvSpPr/>
              <p:nvPr/>
            </p:nvSpPr>
            <p:spPr>
              <a:xfrm>
                <a:off x="1964358" y="4166993"/>
                <a:ext cx="2089782" cy="8439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400" dirty="0">
                    <a:solidFill>
                      <a:schemeClr val="bg1"/>
                    </a:solidFill>
                    <a:ea typeface="Lato" panose="020F0502020204030203" pitchFamily="34" charset="0"/>
                    <a:cs typeface="Lato" panose="020F0502020204030203" pitchFamily="34" charset="0"/>
                  </a:rPr>
                  <a:t>Multiple hash versions can coexist for compatibility.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3E32FC4-CC50-4BF5-A6C9-92AA91A87A55}"/>
                  </a:ext>
                </a:extLst>
              </p:cNvPr>
              <p:cNvSpPr txBox="1"/>
              <p:nvPr/>
            </p:nvSpPr>
            <p:spPr>
              <a:xfrm>
                <a:off x="1964358" y="3797661"/>
                <a:ext cx="20897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latin typeface="+mj-lt"/>
                    <a:cs typeface="Plus Jakarta Sans" pitchFamily="2" charset="0"/>
                  </a:rPr>
                  <a:t>Compatibility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78A5C71-B651-4150-9642-E42FD438D0DE}"/>
                </a:ext>
              </a:extLst>
            </p:cNvPr>
            <p:cNvSpPr/>
            <p:nvPr/>
          </p:nvSpPr>
          <p:spPr>
            <a:xfrm>
              <a:off x="8929153" y="3008412"/>
              <a:ext cx="522002" cy="522002"/>
            </a:xfrm>
            <a:prstGeom prst="rect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530A45E-E65E-4D6B-AB93-DE5F84949937}"/>
              </a:ext>
            </a:extLst>
          </p:cNvPr>
          <p:cNvSpPr/>
          <p:nvPr/>
        </p:nvSpPr>
        <p:spPr>
          <a:xfrm>
            <a:off x="2574562" y="771492"/>
            <a:ext cx="76358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spc="-150" dirty="0">
                <a:solidFill>
                  <a:schemeClr val="bg1"/>
                </a:solidFill>
                <a:latin typeface="+mj-lt"/>
                <a:ea typeface="Zen Antique" pitchFamily="2" charset="-128"/>
                <a:cs typeface="Heebo" pitchFamily="2" charset="-79"/>
              </a:rPr>
              <a:t>SAP Password Storage</a:t>
            </a:r>
          </a:p>
        </p:txBody>
      </p:sp>
    </p:spTree>
    <p:extLst>
      <p:ext uri="{BB962C8B-B14F-4D97-AF65-F5344CB8AC3E}">
        <p14:creationId xmlns:p14="http://schemas.microsoft.com/office/powerpoint/2010/main" val="364645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FA5A-4700-C3BC-7276-93E70947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CB0778-91C5-1FF8-4A3E-1E156FDF848C}"/>
              </a:ext>
            </a:extLst>
          </p:cNvPr>
          <p:cNvSpPr/>
          <p:nvPr/>
        </p:nvSpPr>
        <p:spPr>
          <a:xfrm>
            <a:off x="6040438" y="806450"/>
            <a:ext cx="5338762" cy="2684174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71A8EE-09B4-0069-B1D8-8FA84F07095B}"/>
              </a:ext>
            </a:extLst>
          </p:cNvPr>
          <p:cNvSpPr txBox="1"/>
          <p:nvPr/>
        </p:nvSpPr>
        <p:spPr>
          <a:xfrm>
            <a:off x="6289482" y="1525588"/>
            <a:ext cx="4866198" cy="1644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cs typeface="Space Grotesk" pitchFamily="2" charset="0"/>
              </a:rPr>
              <a:t>CODVN B/D</a:t>
            </a: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: MD5-based (8-char limit)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cs typeface="Space Grotesk" pitchFamily="2" charset="0"/>
              </a:rPr>
              <a:t>CODVN F</a:t>
            </a: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: SHA-1 with fixed salt (40 UTF 8-chars)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cs typeface="Space Grotesk" pitchFamily="2" charset="0"/>
              </a:rPr>
              <a:t>CODVN H</a:t>
            </a: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: SHA-1 with random salt (40 UTF 8-chars)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  <a:cs typeface="Space Grotesk" pitchFamily="2" charset="0"/>
              </a:rPr>
              <a:t>CODVN G/I</a:t>
            </a: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: Generate multiple hashes (B+F or H+F+B)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4712B0-C0E8-2678-4508-626353BA479B}"/>
              </a:ext>
            </a:extLst>
          </p:cNvPr>
          <p:cNvSpPr txBox="1"/>
          <p:nvPr/>
        </p:nvSpPr>
        <p:spPr>
          <a:xfrm>
            <a:off x="6276720" y="904954"/>
            <a:ext cx="4866198" cy="522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2400" b="1" dirty="0">
                <a:solidFill>
                  <a:schemeClr val="bg1"/>
                </a:solidFill>
                <a:cs typeface="Space Grotesk" pitchFamily="2" charset="0"/>
              </a:rPr>
              <a:t>Hash Formats</a:t>
            </a:r>
            <a:endParaRPr lang="en-US" sz="2400" dirty="0">
              <a:solidFill>
                <a:schemeClr val="bg1"/>
              </a:solidFill>
              <a:cs typeface="Space Grotesk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39646-2727-75EB-0BA8-12B116C5A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72" y="1723013"/>
            <a:ext cx="5087060" cy="1629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9D588F-729D-0A86-B962-C57844BE9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72" y="4320486"/>
            <a:ext cx="9623728" cy="101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5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36B08A-F89F-481C-92AD-4E550D6AEAD1}"/>
              </a:ext>
            </a:extLst>
          </p:cNvPr>
          <p:cNvSpPr/>
          <p:nvPr/>
        </p:nvSpPr>
        <p:spPr>
          <a:xfrm>
            <a:off x="6040438" y="806450"/>
            <a:ext cx="5338762" cy="5200650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E51BD-6583-4657-B5EC-63048116F238}"/>
              </a:ext>
            </a:extLst>
          </p:cNvPr>
          <p:cNvSpPr txBox="1"/>
          <p:nvPr/>
        </p:nvSpPr>
        <p:spPr>
          <a:xfrm>
            <a:off x="6477000" y="1525588"/>
            <a:ext cx="4455736" cy="343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Dummy text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F743F34-68B7-4BAA-9883-2A0917164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7" y="2764203"/>
            <a:ext cx="4553954" cy="132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UA" sz="4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RFC Callback</a:t>
            </a:r>
            <a:r>
              <a:rPr kumimoji="0" lang="en-US" altLang="ru-UA" sz="4800" i="0" u="none" strike="noStrike" cap="none" normalizeH="0" dirty="0">
                <a:ln>
                  <a:noFill/>
                </a:ln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 Attacks</a:t>
            </a:r>
            <a:endParaRPr kumimoji="0" lang="en-US" altLang="ru-UA" sz="4800" i="0" u="none" strike="noStrike" cap="none" normalizeH="0" baseline="0" dirty="0">
              <a:ln>
                <a:noFill/>
              </a:ln>
              <a:solidFill>
                <a:schemeClr val="bg1"/>
              </a:solidFill>
              <a:latin typeface="+mj-lt"/>
              <a:ea typeface="Inter" panose="020B05020300000000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247991-E7F7-4287-8FF7-B0570FA339ED}"/>
              </a:ext>
            </a:extLst>
          </p:cNvPr>
          <p:cNvSpPr txBox="1"/>
          <p:nvPr/>
        </p:nvSpPr>
        <p:spPr>
          <a:xfrm>
            <a:off x="6477000" y="4286218"/>
            <a:ext cx="4533900" cy="34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gradFill>
                  <a:gsLst>
                    <a:gs pos="37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  <a:gs pos="70000">
                      <a:schemeClr val="accent5"/>
                    </a:gs>
                  </a:gsLst>
                  <a:lin ang="0" scaled="0"/>
                </a:gradFill>
                <a:cs typeface="Space Grotesk" pitchFamily="2" charset="0"/>
              </a:rPr>
              <a:t>Dummy Text (LIVE DEMO?)</a:t>
            </a:r>
          </a:p>
        </p:txBody>
      </p:sp>
    </p:spTree>
    <p:extLst>
      <p:ext uri="{BB962C8B-B14F-4D97-AF65-F5344CB8AC3E}">
        <p14:creationId xmlns:p14="http://schemas.microsoft.com/office/powerpoint/2010/main" val="348236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  <p:bldP spid="9" grpId="0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2A619-4696-96EC-B6CA-8C68B633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6730E1-7F03-DCDC-BB55-637D55EE634F}"/>
              </a:ext>
            </a:extLst>
          </p:cNvPr>
          <p:cNvSpPr/>
          <p:nvPr/>
        </p:nvSpPr>
        <p:spPr>
          <a:xfrm>
            <a:off x="6040438" y="806450"/>
            <a:ext cx="5338762" cy="5200650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A97358-AD15-5493-571C-0D845F72FD48}"/>
              </a:ext>
            </a:extLst>
          </p:cNvPr>
          <p:cNvSpPr txBox="1"/>
          <p:nvPr/>
        </p:nvSpPr>
        <p:spPr>
          <a:xfrm>
            <a:off x="6477000" y="1525588"/>
            <a:ext cx="4455736" cy="343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Dummy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8E720A3-4F6A-A2BC-802E-7CF27B353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7" y="2764203"/>
            <a:ext cx="4553954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UA" sz="4800" dirty="0"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SAP_DEV Attack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BF026-8C04-E359-94A8-B2CAC43B6389}"/>
              </a:ext>
            </a:extLst>
          </p:cNvPr>
          <p:cNvSpPr txBox="1"/>
          <p:nvPr/>
        </p:nvSpPr>
        <p:spPr>
          <a:xfrm>
            <a:off x="6477000" y="5415303"/>
            <a:ext cx="4533900" cy="34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gradFill>
                  <a:gsLst>
                    <a:gs pos="37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  <a:gs pos="70000">
                      <a:schemeClr val="accent5"/>
                    </a:gs>
                  </a:gsLst>
                  <a:lin ang="0" scaled="0"/>
                </a:gradFill>
                <a:cs typeface="Space Grotesk" pitchFamily="2" charset="0"/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185172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  <p:bldP spid="9" grpId="0"/>
      <p:bldP spid="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D801B-84AC-E959-2F11-D4834C6EC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6854A6-3B73-21D9-559C-6662C34C4DEC}"/>
              </a:ext>
            </a:extLst>
          </p:cNvPr>
          <p:cNvSpPr/>
          <p:nvPr/>
        </p:nvSpPr>
        <p:spPr>
          <a:xfrm>
            <a:off x="6040438" y="806450"/>
            <a:ext cx="5338762" cy="5200650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836E0-AA92-870B-AD67-CBE2901FD366}"/>
              </a:ext>
            </a:extLst>
          </p:cNvPr>
          <p:cNvSpPr txBox="1"/>
          <p:nvPr/>
        </p:nvSpPr>
        <p:spPr>
          <a:xfrm>
            <a:off x="6477000" y="1525588"/>
            <a:ext cx="4455736" cy="343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Dummy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966E2E7-F106-3EFF-4C8E-6136FCA87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7" y="2764203"/>
            <a:ext cx="4553954" cy="1329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UA" sz="4800" dirty="0"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SAP Recon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UA" sz="4800" dirty="0"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(CVE-2020-6286)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15F50-1481-B414-E6A2-904E96C7C656}"/>
              </a:ext>
            </a:extLst>
          </p:cNvPr>
          <p:cNvSpPr txBox="1"/>
          <p:nvPr/>
        </p:nvSpPr>
        <p:spPr>
          <a:xfrm>
            <a:off x="6477000" y="5415303"/>
            <a:ext cx="4533900" cy="34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gradFill>
                  <a:gsLst>
                    <a:gs pos="37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  <a:gs pos="70000">
                      <a:schemeClr val="accent5"/>
                    </a:gs>
                  </a:gsLst>
                  <a:lin ang="0" scaled="0"/>
                </a:gradFill>
                <a:cs typeface="Space Grotesk" pitchFamily="2" charset="0"/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2441603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  <p:bldP spid="9" grpId="0"/>
      <p:bldP spid="9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AE1B-FB78-9F34-E163-CBBAD2B55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D1E325-B4DD-DC60-FAA0-4BE57503D5AC}"/>
              </a:ext>
            </a:extLst>
          </p:cNvPr>
          <p:cNvSpPr/>
          <p:nvPr/>
        </p:nvSpPr>
        <p:spPr>
          <a:xfrm>
            <a:off x="6040438" y="806450"/>
            <a:ext cx="5338762" cy="5200650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8DF1EF-F9E8-BDEA-D24B-A128D12AA37D}"/>
              </a:ext>
            </a:extLst>
          </p:cNvPr>
          <p:cNvSpPr txBox="1"/>
          <p:nvPr/>
        </p:nvSpPr>
        <p:spPr>
          <a:xfrm>
            <a:off x="6477000" y="1525588"/>
            <a:ext cx="4455736" cy="77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What is SSFS??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  <a:cs typeface="Space Grotesk" pitchFamily="2" charset="0"/>
              </a:rPr>
              <a:t>How can we attack it?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B4CD2FD-094A-8FB9-0792-3CA93DF58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7" y="2764203"/>
            <a:ext cx="4553954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UA" sz="4800" dirty="0"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SSFS Attacks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F2183-F94E-A88C-4C89-E947A3A9C25D}"/>
              </a:ext>
            </a:extLst>
          </p:cNvPr>
          <p:cNvSpPr txBox="1"/>
          <p:nvPr/>
        </p:nvSpPr>
        <p:spPr>
          <a:xfrm>
            <a:off x="6477000" y="5415303"/>
            <a:ext cx="4533900" cy="34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gradFill>
                  <a:gsLst>
                    <a:gs pos="37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  <a:gs pos="70000">
                      <a:schemeClr val="accent5"/>
                    </a:gs>
                  </a:gsLst>
                  <a:lin ang="0" scaled="0"/>
                </a:gradFill>
                <a:cs typeface="Space Grotesk" pitchFamily="2" charset="0"/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4249796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  <p:bldP spid="9" grpId="0"/>
      <p:bldP spid="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82830-EF95-5CE8-824D-6D28B389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0DEDA8-345D-E681-F774-06644BC34DBB}"/>
              </a:ext>
            </a:extLst>
          </p:cNvPr>
          <p:cNvSpPr/>
          <p:nvPr/>
        </p:nvSpPr>
        <p:spPr>
          <a:xfrm>
            <a:off x="6040438" y="806450"/>
            <a:ext cx="5338762" cy="5200650"/>
          </a:xfrm>
          <a:prstGeom prst="roundRect">
            <a:avLst>
              <a:gd name="adj" fmla="val 1880"/>
            </a:avLst>
          </a:prstGeom>
          <a:solidFill>
            <a:srgbClr val="121416"/>
          </a:solidFill>
          <a:ln>
            <a:noFill/>
          </a:ln>
          <a:effectLst>
            <a:outerShdw blurRad="5461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E7ABF-44A3-71EF-8DD5-49EEDEFA2B99}"/>
              </a:ext>
            </a:extLst>
          </p:cNvPr>
          <p:cNvSpPr txBox="1"/>
          <p:nvPr/>
        </p:nvSpPr>
        <p:spPr>
          <a:xfrm>
            <a:off x="6477000" y="1525588"/>
            <a:ext cx="4455736" cy="2485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Space Grotesk" pitchFamily="2" charset="0"/>
              </a:rPr>
              <a:t>Attacks on business-critical apps like SAP have risen ~210% from 2024→2025.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Space Grotesk" pitchFamily="2" charset="0"/>
              </a:rPr>
              <a:t>These systems underpin finance, supply-chain, HR, customer ops, so compromise hits everything. 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Space Grotesk" pitchFamily="2" charset="0"/>
              </a:rPr>
              <a:t>Threat actors (state-affiliated + cyber-crime) are converging on SAP environments. </a:t>
            </a:r>
          </a:p>
          <a:p>
            <a:pPr marL="285750" indent="-28575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cs typeface="Space Grotesk" pitchFamily="2" charset="0"/>
              </a:rPr>
              <a:t>It’s not if, but when your SAP system is </a:t>
            </a:r>
            <a:r>
              <a:rPr lang="en-GB" sz="1400" dirty="0" err="1">
                <a:solidFill>
                  <a:schemeClr val="bg1"/>
                </a:solidFill>
                <a:cs typeface="Space Grotesk" pitchFamily="2" charset="0"/>
              </a:rPr>
              <a:t>attacke</a:t>
            </a:r>
            <a:r>
              <a:rPr lang="en-GB" sz="1400" dirty="0">
                <a:solidFill>
                  <a:schemeClr val="bg1"/>
                </a:solidFill>
                <a:cs typeface="Space Grotesk" pitchFamily="2" charset="0"/>
              </a:rPr>
              <a:t>.</a:t>
            </a:r>
            <a:endParaRPr lang="en-US" sz="1400" dirty="0">
              <a:solidFill>
                <a:schemeClr val="bg1"/>
              </a:solidFill>
              <a:cs typeface="Space Grotesk" pitchFamily="2" charset="0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333519F-7DD5-975C-AC69-259F54F3A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147" y="2764203"/>
            <a:ext cx="4553954" cy="664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UA" sz="4800" dirty="0">
                <a:solidFill>
                  <a:schemeClr val="bg1"/>
                </a:solidFill>
                <a:latin typeface="+mj-lt"/>
                <a:ea typeface="Inter" panose="020B0502030000000004" pitchFamily="34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478A2-42FE-F66C-D190-19B5C7C88095}"/>
              </a:ext>
            </a:extLst>
          </p:cNvPr>
          <p:cNvSpPr txBox="1"/>
          <p:nvPr/>
        </p:nvSpPr>
        <p:spPr>
          <a:xfrm>
            <a:off x="6477000" y="5415303"/>
            <a:ext cx="4533900" cy="34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US" sz="1400" dirty="0">
                <a:gradFill>
                  <a:gsLst>
                    <a:gs pos="37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  <a:gs pos="70000">
                      <a:schemeClr val="accent5"/>
                    </a:gs>
                  </a:gsLst>
                  <a:lin ang="0" scaled="0"/>
                </a:gradFill>
                <a:cs typeface="Space Grotesk" pitchFamily="2" charset="0"/>
              </a:rPr>
              <a:t>Dummy</a:t>
            </a:r>
          </a:p>
        </p:txBody>
      </p:sp>
    </p:spTree>
    <p:extLst>
      <p:ext uri="{BB962C8B-B14F-4D97-AF65-F5344CB8AC3E}">
        <p14:creationId xmlns:p14="http://schemas.microsoft.com/office/powerpoint/2010/main" val="1051818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pan dir="u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3" grpId="0"/>
      <p:bldP spid="3" grpId="1"/>
      <p:bldP spid="4" grpId="0"/>
      <p:bldP spid="4" grpId="1"/>
      <p:bldP spid="9" grpId="0"/>
      <p:bldP spid="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ircle: Hollow 5">
            <a:extLst>
              <a:ext uri="{FF2B5EF4-FFF2-40B4-BE49-F238E27FC236}">
                <a16:creationId xmlns:a16="http://schemas.microsoft.com/office/drawing/2014/main" id="{A0D07038-001A-470B-8980-BBD0E3842E5B}"/>
              </a:ext>
            </a:extLst>
          </p:cNvPr>
          <p:cNvSpPr/>
          <p:nvPr/>
        </p:nvSpPr>
        <p:spPr>
          <a:xfrm>
            <a:off x="-1836057" y="-2774950"/>
            <a:ext cx="5707947" cy="5755513"/>
          </a:xfrm>
          <a:prstGeom prst="donut">
            <a:avLst>
              <a:gd name="adj" fmla="val 10815"/>
            </a:avLst>
          </a:prstGeom>
          <a:gradFill flip="none" rotWithShape="1">
            <a:gsLst>
              <a:gs pos="73000">
                <a:schemeClr val="accent1">
                  <a:alpha val="62000"/>
                </a:schemeClr>
              </a:gs>
              <a:gs pos="53000">
                <a:schemeClr val="accent3"/>
              </a:gs>
              <a:gs pos="66000">
                <a:schemeClr val="accent2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gradFill>
              <a:gsLst>
                <a:gs pos="0">
                  <a:schemeClr val="accent1">
                    <a:alpha val="35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3000000" scaled="0"/>
            </a:gradFill>
          </a:ln>
          <a:effectLst>
            <a:glow rad="190500">
              <a:schemeClr val="accent3">
                <a:alpha val="10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E44B8B90-777C-45AC-BAFA-51658E393870}"/>
              </a:ext>
            </a:extLst>
          </p:cNvPr>
          <p:cNvSpPr/>
          <p:nvPr/>
        </p:nvSpPr>
        <p:spPr>
          <a:xfrm>
            <a:off x="7543800" y="4136368"/>
            <a:ext cx="5993193" cy="6043136"/>
          </a:xfrm>
          <a:prstGeom prst="donut">
            <a:avLst>
              <a:gd name="adj" fmla="val 9613"/>
            </a:avLst>
          </a:prstGeom>
          <a:gradFill flip="none" rotWithShape="1">
            <a:gsLst>
              <a:gs pos="74000">
                <a:schemeClr val="accent3">
                  <a:alpha val="62000"/>
                </a:schemeClr>
              </a:gs>
              <a:gs pos="54000">
                <a:schemeClr val="accent4"/>
              </a:gs>
              <a:gs pos="66000">
                <a:schemeClr val="accent2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gradFill>
              <a:gsLst>
                <a:gs pos="0">
                  <a:schemeClr val="accent2">
                    <a:alpha val="3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3000000" scaled="0"/>
            </a:gradFill>
          </a:ln>
          <a:effectLst>
            <a:glow rad="190500">
              <a:schemeClr val="accent1">
                <a:alpha val="10000"/>
              </a:schemeClr>
            </a:glow>
            <a:outerShdw blurRad="749300" sx="102000" sy="102000" algn="ctr" rotWithShape="0">
              <a:prstClr val="black"/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8" name="Circle: Hollow 7">
            <a:extLst>
              <a:ext uri="{FF2B5EF4-FFF2-40B4-BE49-F238E27FC236}">
                <a16:creationId xmlns:a16="http://schemas.microsoft.com/office/drawing/2014/main" id="{9C0B2D98-8F9F-4D0E-9854-6C6E984EA93C}"/>
              </a:ext>
            </a:extLst>
          </p:cNvPr>
          <p:cNvSpPr/>
          <p:nvPr/>
        </p:nvSpPr>
        <p:spPr>
          <a:xfrm>
            <a:off x="-677312" y="-1606550"/>
            <a:ext cx="4004358" cy="4037728"/>
          </a:xfrm>
          <a:prstGeom prst="donut">
            <a:avLst>
              <a:gd name="adj" fmla="val 10815"/>
            </a:avLst>
          </a:prstGeom>
          <a:gradFill flip="none" rotWithShape="1">
            <a:gsLst>
              <a:gs pos="73000">
                <a:schemeClr val="accent1">
                  <a:alpha val="62000"/>
                </a:schemeClr>
              </a:gs>
              <a:gs pos="53000">
                <a:schemeClr val="accent3"/>
              </a:gs>
              <a:gs pos="66000">
                <a:schemeClr val="accent2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gradFill>
              <a:gsLst>
                <a:gs pos="0">
                  <a:schemeClr val="accent1">
                    <a:alpha val="35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3000000" scaled="0"/>
            </a:gradFill>
          </a:ln>
          <a:effectLst>
            <a:glow rad="190500">
              <a:schemeClr val="accent3">
                <a:alpha val="10000"/>
              </a:scheme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2E9B265A-1A36-4D8F-84DA-292232FECC69}"/>
              </a:ext>
            </a:extLst>
          </p:cNvPr>
          <p:cNvSpPr/>
          <p:nvPr/>
        </p:nvSpPr>
        <p:spPr>
          <a:xfrm>
            <a:off x="8117163" y="4714508"/>
            <a:ext cx="4365220" cy="4401597"/>
          </a:xfrm>
          <a:prstGeom prst="donut">
            <a:avLst>
              <a:gd name="adj" fmla="val 9613"/>
            </a:avLst>
          </a:prstGeom>
          <a:gradFill flip="none" rotWithShape="1">
            <a:gsLst>
              <a:gs pos="74000">
                <a:schemeClr val="accent3">
                  <a:alpha val="62000"/>
                </a:schemeClr>
              </a:gs>
              <a:gs pos="54000">
                <a:schemeClr val="accent4"/>
              </a:gs>
              <a:gs pos="66000">
                <a:schemeClr val="accent2">
                  <a:alpha val="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5400">
            <a:gradFill>
              <a:gsLst>
                <a:gs pos="0">
                  <a:schemeClr val="accent2">
                    <a:alpha val="35000"/>
                  </a:schemeClr>
                </a:gs>
                <a:gs pos="100000">
                  <a:schemeClr val="accent1">
                    <a:alpha val="50000"/>
                  </a:schemeClr>
                </a:gs>
              </a:gsLst>
              <a:lin ang="3000000" scaled="0"/>
            </a:gradFill>
          </a:ln>
          <a:effectLst>
            <a:glow rad="190500">
              <a:schemeClr val="accent1">
                <a:alpha val="10000"/>
              </a:schemeClr>
            </a:glow>
            <a:outerShdw blurRad="749300" sx="102000" sy="102000" algn="ctr" rotWithShape="0">
              <a:prstClr val="black"/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C964A-6029-EAD5-6444-DF98C9772880}"/>
              </a:ext>
            </a:extLst>
          </p:cNvPr>
          <p:cNvSpPr txBox="1"/>
          <p:nvPr/>
        </p:nvSpPr>
        <p:spPr>
          <a:xfrm>
            <a:off x="3491139" y="1772988"/>
            <a:ext cx="561899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spc="-150" dirty="0">
                <a:gradFill>
                  <a:gsLst>
                    <a:gs pos="85000">
                      <a:schemeClr val="accent5"/>
                    </a:gs>
                    <a:gs pos="66395">
                      <a:schemeClr val="accent4"/>
                    </a:gs>
                    <a:gs pos="45000">
                      <a:schemeClr val="accent3"/>
                    </a:gs>
                    <a:gs pos="23000">
                      <a:schemeClr val="accent2"/>
                    </a:gs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13200000" scaled="0"/>
                </a:gradFill>
                <a:latin typeface="Heebo" pitchFamily="2" charset="-79"/>
                <a:ea typeface="Zen Antique" pitchFamily="2" charset="-128"/>
                <a:cs typeface="Heebo" pitchFamily="2" charset="-79"/>
              </a:rPr>
              <a:t>Thank You!</a:t>
            </a:r>
          </a:p>
          <a:p>
            <a:endParaRPr lang="en-US" sz="8800" spc="-150" dirty="0">
              <a:solidFill>
                <a:schemeClr val="bg1"/>
              </a:solidFill>
              <a:latin typeface="Heebo" pitchFamily="2" charset="-79"/>
              <a:ea typeface="Zen Antique" pitchFamily="2" charset="-128"/>
              <a:cs typeface="Heebo" pitchFamily="2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34C59-50CD-2F44-E18F-A9F84C4E58D0}"/>
              </a:ext>
            </a:extLst>
          </p:cNvPr>
          <p:cNvSpPr txBox="1"/>
          <p:nvPr/>
        </p:nvSpPr>
        <p:spPr>
          <a:xfrm>
            <a:off x="4777633" y="3130210"/>
            <a:ext cx="3841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150" dirty="0">
                <a:solidFill>
                  <a:schemeClr val="bg1"/>
                </a:solidFill>
                <a:latin typeface="Heebo" pitchFamily="2" charset="-79"/>
                <a:ea typeface="Zen Antique" pitchFamily="2" charset="-128"/>
                <a:cs typeface="Heebo" pitchFamily="2" charset="-79"/>
              </a:rPr>
              <a:t>jonathan@rootsec.me</a:t>
            </a:r>
            <a:endParaRPr lang="en-US" sz="2400" spc="-150" dirty="0">
              <a:gradFill>
                <a:gsLst>
                  <a:gs pos="85000">
                    <a:schemeClr val="accent5"/>
                  </a:gs>
                  <a:gs pos="66395">
                    <a:schemeClr val="accent4"/>
                  </a:gs>
                  <a:gs pos="45000">
                    <a:schemeClr val="accent3"/>
                  </a:gs>
                  <a:gs pos="23000">
                    <a:schemeClr val="accent2"/>
                  </a:gs>
                  <a:gs pos="0">
                    <a:schemeClr val="accent1"/>
                  </a:gs>
                  <a:gs pos="100000">
                    <a:schemeClr val="accent6"/>
                  </a:gs>
                </a:gsLst>
                <a:lin ang="13200000" scaled="0"/>
              </a:gradFill>
              <a:latin typeface="Heebo" pitchFamily="2" charset="-79"/>
              <a:ea typeface="Zen Antique" pitchFamily="2" charset="-128"/>
              <a:cs typeface="Heebo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F30519-418C-48CD-DD22-13C61E3F128E}"/>
              </a:ext>
            </a:extLst>
          </p:cNvPr>
          <p:cNvSpPr txBox="1"/>
          <p:nvPr/>
        </p:nvSpPr>
        <p:spPr>
          <a:xfrm>
            <a:off x="4775916" y="3694676"/>
            <a:ext cx="2696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pc="-150" dirty="0" err="1">
                <a:solidFill>
                  <a:schemeClr val="bg1"/>
                </a:solidFill>
                <a:latin typeface="Heebo" pitchFamily="2" charset="-79"/>
                <a:ea typeface="Zen Antique" pitchFamily="2" charset="-128"/>
                <a:cs typeface="Heebo" pitchFamily="2" charset="-79"/>
              </a:rPr>
              <a:t>jonathan-james-pake</a:t>
            </a:r>
            <a:endParaRPr lang="en-US" sz="2400" spc="-150" dirty="0">
              <a:solidFill>
                <a:schemeClr val="bg1"/>
              </a:solidFill>
              <a:latin typeface="Heebo" pitchFamily="2" charset="-79"/>
              <a:ea typeface="Zen Antique" pitchFamily="2" charset="-128"/>
              <a:cs typeface="Heebo" pitchFamily="2" charset="-79"/>
            </a:endParaRPr>
          </a:p>
        </p:txBody>
      </p:sp>
      <p:grpSp>
        <p:nvGrpSpPr>
          <p:cNvPr id="16" name="成组">
            <a:extLst>
              <a:ext uri="{FF2B5EF4-FFF2-40B4-BE49-F238E27FC236}">
                <a16:creationId xmlns:a16="http://schemas.microsoft.com/office/drawing/2014/main" id="{479763CA-4D02-4718-4CAB-A3507782BBAB}"/>
              </a:ext>
            </a:extLst>
          </p:cNvPr>
          <p:cNvGrpSpPr/>
          <p:nvPr/>
        </p:nvGrpSpPr>
        <p:grpSpPr>
          <a:xfrm>
            <a:off x="4282333" y="3127205"/>
            <a:ext cx="457200" cy="457200"/>
            <a:chOff x="0" y="0"/>
            <a:chExt cx="457200" cy="457200"/>
          </a:xfrm>
        </p:grpSpPr>
        <p:sp>
          <p:nvSpPr>
            <p:cNvPr id="17" name="任意形状 977">
              <a:extLst>
                <a:ext uri="{FF2B5EF4-FFF2-40B4-BE49-F238E27FC236}">
                  <a16:creationId xmlns:a16="http://schemas.microsoft.com/office/drawing/2014/main" id="{241B591F-0376-837B-E9F2-DC2A87B9596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/>
            </a:p>
          </p:txBody>
        </p:sp>
        <p:sp>
          <p:nvSpPr>
            <p:cNvPr id="18" name="任意形状 978">
              <a:extLst>
                <a:ext uri="{FF2B5EF4-FFF2-40B4-BE49-F238E27FC236}">
                  <a16:creationId xmlns:a16="http://schemas.microsoft.com/office/drawing/2014/main" id="{9EFBD787-78FB-53CB-6A85-045813AE126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71BA042B-2DA8-D57E-2A9D-8EA8649BD694}"/>
              </a:ext>
            </a:extLst>
          </p:cNvPr>
          <p:cNvGrpSpPr/>
          <p:nvPr/>
        </p:nvGrpSpPr>
        <p:grpSpPr>
          <a:xfrm>
            <a:off x="4282333" y="3641555"/>
            <a:ext cx="457201" cy="457201"/>
            <a:chOff x="0" y="0"/>
            <a:chExt cx="457200" cy="457200"/>
          </a:xfrm>
        </p:grpSpPr>
        <p:sp>
          <p:nvSpPr>
            <p:cNvPr id="20" name="任意形状 801">
              <a:extLst>
                <a:ext uri="{FF2B5EF4-FFF2-40B4-BE49-F238E27FC236}">
                  <a16:creationId xmlns:a16="http://schemas.microsoft.com/office/drawing/2014/main" id="{8F003C05-A5A9-AF73-FE06-0CEBECFF8EB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1" name="任意形状 802">
              <a:extLst>
                <a:ext uri="{FF2B5EF4-FFF2-40B4-BE49-F238E27FC236}">
                  <a16:creationId xmlns:a16="http://schemas.microsoft.com/office/drawing/2014/main" id="{2DBE9D07-7101-4DFD-77B2-5538FFAC7D75}"/>
                </a:ext>
              </a:extLst>
            </p:cNvPr>
            <p:cNvSpPr/>
            <p:nvPr/>
          </p:nvSpPr>
          <p:spPr>
            <a:xfrm>
              <a:off x="56005" y="57130"/>
              <a:ext cx="363095" cy="3429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21599" extrusionOk="0">
                  <a:moveTo>
                    <a:pt x="4533" y="2401"/>
                  </a:moveTo>
                  <a:cubicBezTo>
                    <a:pt x="4532" y="3726"/>
                    <a:pt x="3517" y="4800"/>
                    <a:pt x="2265" y="4799"/>
                  </a:cubicBezTo>
                  <a:cubicBezTo>
                    <a:pt x="1013" y="4799"/>
                    <a:pt x="-1" y="3724"/>
                    <a:pt x="0" y="2398"/>
                  </a:cubicBezTo>
                  <a:cubicBezTo>
                    <a:pt x="0" y="1073"/>
                    <a:pt x="1016" y="-1"/>
                    <a:pt x="2267" y="0"/>
                  </a:cubicBezTo>
                  <a:cubicBezTo>
                    <a:pt x="3519" y="0"/>
                    <a:pt x="4533" y="1075"/>
                    <a:pt x="4533" y="2401"/>
                  </a:cubicBezTo>
                  <a:close/>
                  <a:moveTo>
                    <a:pt x="4601" y="6576"/>
                  </a:moveTo>
                  <a:lnTo>
                    <a:pt x="68" y="6576"/>
                  </a:lnTo>
                  <a:lnTo>
                    <a:pt x="68" y="21599"/>
                  </a:lnTo>
                  <a:lnTo>
                    <a:pt x="4601" y="21599"/>
                  </a:lnTo>
                  <a:lnTo>
                    <a:pt x="4601" y="6576"/>
                  </a:lnTo>
                  <a:close/>
                  <a:moveTo>
                    <a:pt x="11763" y="6576"/>
                  </a:moveTo>
                  <a:lnTo>
                    <a:pt x="7252" y="6576"/>
                  </a:lnTo>
                  <a:lnTo>
                    <a:pt x="7252" y="21599"/>
                  </a:lnTo>
                  <a:lnTo>
                    <a:pt x="11717" y="21599"/>
                  </a:lnTo>
                  <a:lnTo>
                    <a:pt x="11717" y="13716"/>
                  </a:lnTo>
                  <a:cubicBezTo>
                    <a:pt x="11717" y="9324"/>
                    <a:pt x="17123" y="8916"/>
                    <a:pt x="17123" y="13716"/>
                  </a:cubicBezTo>
                  <a:lnTo>
                    <a:pt x="17123" y="21599"/>
                  </a:lnTo>
                  <a:lnTo>
                    <a:pt x="21599" y="21599"/>
                  </a:lnTo>
                  <a:lnTo>
                    <a:pt x="21599" y="12084"/>
                  </a:lnTo>
                  <a:cubicBezTo>
                    <a:pt x="21599" y="4680"/>
                    <a:pt x="13598" y="4956"/>
                    <a:pt x="11717" y="8592"/>
                  </a:cubicBezTo>
                  <a:lnTo>
                    <a:pt x="11763" y="6576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01097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8" presetClass="emph" presetSubtype="0" repeatCount="indefinite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6" presetClass="emph" presetSubtype="0" decel="10000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5" dur="200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6" presetClass="emph" presetSubtype="0" decel="100000" fill="hold" grpId="4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decel="10000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28" dur="200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decel="100000" fill="hold" grpId="4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30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8" presetClass="emph" presetSubtype="0" repeatCount="indefinite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6" presetClass="emph" presetSubtype="0" decel="10000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41" dur="200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decel="100000" fill="hold" grpId="4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43" dur="750" fill="hold"/>
                                        <p:tgtEl>
                                          <p:spTgt spid="7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3" presetClass="entr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8" presetClass="emph" presetSubtype="0" repeatCount="indefinite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6" presetClass="emph" presetSubtype="0" decel="100000" fill="hold" grpId="3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54" dur="200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6" presetClass="emph" presetSubtype="0" decel="100000" fill="hold" grpId="4" nodeType="withEffect">
                                  <p:stCondLst>
                                    <p:cond delay="3500"/>
                                  </p:stCondLst>
                                  <p:childTnLst>
                                    <p:animScale>
                                      <p:cBhvr>
                                        <p:cTn id="56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6" grpId="4" animBg="1"/>
      <p:bldP spid="7" grpId="0" animBg="1"/>
      <p:bldP spid="7" grpId="1" animBg="1"/>
      <p:bldP spid="7" grpId="2" animBg="1"/>
      <p:bldP spid="7" grpId="3" animBg="1"/>
      <p:bldP spid="7" grpId="4" animBg="1"/>
      <p:bldP spid="8" grpId="0" animBg="1"/>
      <p:bldP spid="8" grpId="1" animBg="1"/>
      <p:bldP spid="8" grpId="2" animBg="1"/>
      <p:bldP spid="8" grpId="3" animBg="1"/>
      <p:bldP spid="8" grpId="4" animBg="1"/>
      <p:bldP spid="9" grpId="0" animBg="1"/>
      <p:bldP spid="9" grpId="1" animBg="1"/>
      <p:bldP spid="9" grpId="2" animBg="1"/>
      <p:bldP spid="9" grpId="3" animBg="1"/>
      <p:bldP spid="9" grpId="4" animBg="1"/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89AF5A-6B05-4F90-B935-F49E8CD933FA}"/>
              </a:ext>
            </a:extLst>
          </p:cNvPr>
          <p:cNvSpPr/>
          <p:nvPr/>
        </p:nvSpPr>
        <p:spPr>
          <a:xfrm>
            <a:off x="1543050" y="603564"/>
            <a:ext cx="5943085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300" b="1" dirty="0">
                <a:ln w="41275">
                  <a:gradFill>
                    <a:gsLst>
                      <a:gs pos="0">
                        <a:schemeClr val="accent1"/>
                      </a:gs>
                      <a:gs pos="25000">
                        <a:schemeClr val="accent2"/>
                      </a:gs>
                      <a:gs pos="55000">
                        <a:schemeClr val="accent4"/>
                      </a:gs>
                      <a:gs pos="100000">
                        <a:schemeClr val="accent6"/>
                      </a:gs>
                      <a:gs pos="78000">
                        <a:schemeClr val="accent5"/>
                      </a:gs>
                    </a:gsLst>
                    <a:lin ang="9000000" scaled="0"/>
                  </a:gradFill>
                </a:ln>
                <a:noFill/>
                <a:effectLst>
                  <a:glow rad="63500">
                    <a:schemeClr val="accent3">
                      <a:alpha val="10000"/>
                    </a:schemeClr>
                  </a:glow>
                </a:effectLst>
                <a:latin typeface="Heebo" pitchFamily="2" charset="-79"/>
                <a:ea typeface="Inter" panose="020B0502030000000004" pitchFamily="34" charset="0"/>
                <a:cs typeface="Heebo" pitchFamily="2" charset="-79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24907-E5E5-492B-8371-7784EE820B50}"/>
              </a:ext>
            </a:extLst>
          </p:cNvPr>
          <p:cNvSpPr/>
          <p:nvPr/>
        </p:nvSpPr>
        <p:spPr>
          <a:xfrm rot="10800000">
            <a:off x="4800600" y="0"/>
            <a:ext cx="5943085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300" b="1" dirty="0">
                <a:ln w="41275">
                  <a:gradFill>
                    <a:gsLst>
                      <a:gs pos="0">
                        <a:schemeClr val="accent1"/>
                      </a:gs>
                      <a:gs pos="25000">
                        <a:schemeClr val="accent2"/>
                      </a:gs>
                      <a:gs pos="55000">
                        <a:schemeClr val="accent4"/>
                      </a:gs>
                      <a:gs pos="100000">
                        <a:schemeClr val="accent6"/>
                      </a:gs>
                      <a:gs pos="78000">
                        <a:schemeClr val="accent5"/>
                      </a:gs>
                    </a:gsLst>
                    <a:lin ang="10200000" scaled="0"/>
                  </a:gradFill>
                </a:ln>
                <a:noFill/>
                <a:effectLst>
                  <a:glow rad="63500">
                    <a:schemeClr val="accent3">
                      <a:alpha val="10000"/>
                    </a:schemeClr>
                  </a:glow>
                </a:effectLst>
                <a:latin typeface="Heebo" pitchFamily="2" charset="-79"/>
                <a:ea typeface="Inter" panose="020B0502030000000004" pitchFamily="34" charset="0"/>
                <a:cs typeface="Heebo" pitchFamily="2" charset="-79"/>
              </a:rPr>
              <a:t>?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DDF681C-5973-48EF-BB41-5015A099D924}"/>
              </a:ext>
            </a:extLst>
          </p:cNvPr>
          <p:cNvGrpSpPr/>
          <p:nvPr/>
        </p:nvGrpSpPr>
        <p:grpSpPr>
          <a:xfrm>
            <a:off x="3525800" y="2056881"/>
            <a:ext cx="5140400" cy="2744238"/>
            <a:chOff x="3525800" y="2056881"/>
            <a:chExt cx="5140400" cy="274423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F0CF4CA-5B66-448D-83D6-93EA42F9C43C}"/>
                </a:ext>
              </a:extLst>
            </p:cNvPr>
            <p:cNvSpPr/>
            <p:nvPr/>
          </p:nvSpPr>
          <p:spPr>
            <a:xfrm>
              <a:off x="4362450" y="2056881"/>
              <a:ext cx="3467100" cy="2744238"/>
            </a:xfrm>
            <a:prstGeom prst="roundRect">
              <a:avLst>
                <a:gd name="adj" fmla="val 1880"/>
              </a:avLst>
            </a:prstGeom>
            <a:solidFill>
              <a:srgbClr val="121416"/>
            </a:solidFill>
            <a:ln>
              <a:noFill/>
            </a:ln>
            <a:effectLst>
              <a:outerShdw blurRad="5461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186368-ACB5-4FE9-BF3F-884DA57EA5C7}"/>
                </a:ext>
              </a:extLst>
            </p:cNvPr>
            <p:cNvSpPr txBox="1"/>
            <p:nvPr/>
          </p:nvSpPr>
          <p:spPr>
            <a:xfrm>
              <a:off x="3525800" y="2551837"/>
              <a:ext cx="514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spc="-150" dirty="0">
                  <a:solidFill>
                    <a:schemeClr val="bg1"/>
                  </a:solidFill>
                  <a:latin typeface="+mj-lt"/>
                  <a:ea typeface="Zen Antique" pitchFamily="2" charset="-128"/>
                  <a:cs typeface="Heebo" pitchFamily="2" charset="-79"/>
                </a:rPr>
                <a:t>Any Questions?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E03559D-6BA6-42B7-AA3C-3D6BB97AFE43}"/>
                </a:ext>
              </a:extLst>
            </p:cNvPr>
            <p:cNvCxnSpPr>
              <a:cxnSpLocks/>
            </p:cNvCxnSpPr>
            <p:nvPr/>
          </p:nvCxnSpPr>
          <p:spPr>
            <a:xfrm>
              <a:off x="5726113" y="2236300"/>
              <a:ext cx="739775" cy="0"/>
            </a:xfrm>
            <a:prstGeom prst="line">
              <a:avLst/>
            </a:prstGeom>
            <a:ln w="57150" cap="rnd">
              <a:gradFill>
                <a:gsLst>
                  <a:gs pos="37000">
                    <a:schemeClr val="accent3"/>
                  </a:gs>
                  <a:gs pos="0">
                    <a:schemeClr val="accent1"/>
                  </a:gs>
                  <a:gs pos="100000">
                    <a:schemeClr val="accent6"/>
                  </a:gs>
                  <a:gs pos="70000">
                    <a:schemeClr val="accent5"/>
                  </a:gs>
                </a:gsLst>
                <a:lin ang="0" scaled="0"/>
              </a:gradFill>
            </a:ln>
            <a:effectLst>
              <a:glow rad="279400">
                <a:schemeClr val="tx1"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4CA6B3-21D0-416B-AD3F-62028CE55C4A}"/>
              </a:ext>
            </a:extLst>
          </p:cNvPr>
          <p:cNvSpPr/>
          <p:nvPr/>
        </p:nvSpPr>
        <p:spPr>
          <a:xfrm>
            <a:off x="6194374" y="3635110"/>
            <a:ext cx="689077" cy="453139"/>
          </a:xfrm>
          <a:prstGeom prst="roundRect">
            <a:avLst>
              <a:gd name="adj" fmla="val 26323"/>
            </a:avLst>
          </a:prstGeom>
          <a:solidFill>
            <a:srgbClr val="FF0000"/>
          </a:solidFill>
          <a:ln w="19050">
            <a:solidFill>
              <a:schemeClr val="bg1">
                <a:alpha val="50000"/>
              </a:schemeClr>
            </a:solidFill>
          </a:ln>
          <a:effectLst>
            <a:outerShdw blurRad="381000" dist="152400" dir="5400000" algn="ctr" rotWithShape="0">
              <a:srgbClr val="C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</a:t>
            </a:r>
            <a:endParaRPr lang="en-ID" sz="1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647A5E-762F-4D93-B21E-0DC58AFF7122}"/>
              </a:ext>
            </a:extLst>
          </p:cNvPr>
          <p:cNvSpPr/>
          <p:nvPr/>
        </p:nvSpPr>
        <p:spPr>
          <a:xfrm>
            <a:off x="5308550" y="3635110"/>
            <a:ext cx="765276" cy="453139"/>
          </a:xfrm>
          <a:prstGeom prst="roundRect">
            <a:avLst>
              <a:gd name="adj" fmla="val 26323"/>
            </a:avLst>
          </a:prstGeom>
          <a:ln>
            <a:noFill/>
          </a:ln>
          <a:effectLst>
            <a:outerShdw blurRad="381000" dist="152400" dir="540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Yes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360677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decel="10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34" dur="200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6" presetClass="emph" presetSubtype="0" decel="10000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36" dur="200" fill="hold"/>
                                        <p:tgtEl>
                                          <p:spTgt spid="3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6" presetClass="emph" presetSubtype="0" decel="100000" fill="hold" grpId="2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5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6" presetClass="emph" presetSubtype="0" decel="100000" fill="hold" grpId="3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47" dur="200" fill="hold"/>
                                        <p:tgtEl>
                                          <p:spTgt spid="4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3" grpId="3"/>
      <p:bldP spid="4" grpId="0"/>
      <p:bldP spid="4" grpId="1"/>
      <p:bldP spid="4" grpId="2"/>
      <p:bldP spid="4" grpId="3"/>
      <p:bldP spid="9" grpId="0" animBg="1"/>
      <p:bldP spid="9" grpId="1" animBg="1"/>
      <p:bldP spid="10" grpId="0" animBg="1"/>
      <p:bldP spid="10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DB9D330-B5E2-4063-A1B9-3EDDD47BF7C8}"/>
              </a:ext>
            </a:extLst>
          </p:cNvPr>
          <p:cNvSpPr/>
          <p:nvPr/>
        </p:nvSpPr>
        <p:spPr>
          <a:xfrm>
            <a:off x="1055688" y="5238827"/>
            <a:ext cx="9746794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j-lt"/>
                <a:cs typeface="Sora ExtraBold" pitchFamily="2" charset="0"/>
              </a:rPr>
              <a:t>Development slide – remember to delete!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FDD1D2-42AF-4099-9FEA-D6F8A2C5249F}"/>
              </a:ext>
            </a:extLst>
          </p:cNvPr>
          <p:cNvSpPr/>
          <p:nvPr/>
        </p:nvSpPr>
        <p:spPr>
          <a:xfrm>
            <a:off x="1055688" y="549275"/>
            <a:ext cx="2522399" cy="388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</a:rPr>
              <a:t>Talking points: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Nmap scanning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Nmap SAP probes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Various ports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HA &amp; MC disclosure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WSDL/SOAPUI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DIAG Explanation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SAP Dispatcher (DIAG) &amp; Wireshark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SAP ICM/ICF Public Pages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772A54-A623-4920-8DB8-EFE70CCD4A6F}"/>
              </a:ext>
            </a:extLst>
          </p:cNvPr>
          <p:cNvCxnSpPr>
            <a:cxnSpLocks/>
          </p:cNvCxnSpPr>
          <p:nvPr/>
        </p:nvCxnSpPr>
        <p:spPr>
          <a:xfrm>
            <a:off x="1162050" y="5033475"/>
            <a:ext cx="10515600" cy="0"/>
          </a:xfrm>
          <a:prstGeom prst="line">
            <a:avLst/>
          </a:prstGeom>
          <a:ln w="38100" cap="rnd">
            <a:gradFill>
              <a:gsLst>
                <a:gs pos="37000">
                  <a:schemeClr val="accent3"/>
                </a:gs>
                <a:gs pos="0">
                  <a:schemeClr val="accent1"/>
                </a:gs>
                <a:gs pos="100000">
                  <a:schemeClr val="accent6"/>
                </a:gs>
                <a:gs pos="70000">
                  <a:schemeClr val="accent5"/>
                </a:gs>
              </a:gsLst>
              <a:lin ang="0" scaled="0"/>
            </a:gradFill>
          </a:ln>
          <a:effectLst>
            <a:glow rad="279400">
              <a:schemeClr val="tx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B12126E-48C9-7D3C-051E-4BB7400C2BC5}"/>
              </a:ext>
            </a:extLst>
          </p:cNvPr>
          <p:cNvSpPr/>
          <p:nvPr/>
        </p:nvSpPr>
        <p:spPr>
          <a:xfrm>
            <a:off x="3977792" y="961695"/>
            <a:ext cx="2654921" cy="388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Password Explanation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Password Cracking (HC/</a:t>
            </a:r>
            <a:r>
              <a:rPr lang="en-US" sz="1400" dirty="0" err="1">
                <a:solidFill>
                  <a:schemeClr val="bg1"/>
                </a:solidFill>
              </a:rPr>
              <a:t>JtR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Remote Function Call (RFC)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RFC Types (?)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RFC Connection Properties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RFC Callbacks (DEMO)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RSECTAB (IDENT/DATA Columns)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IDENT (RFC Name)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(Passwords)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E95AC-8AAD-A1B4-B881-E3068AF10EE8}"/>
              </a:ext>
            </a:extLst>
          </p:cNvPr>
          <p:cNvSpPr/>
          <p:nvPr/>
        </p:nvSpPr>
        <p:spPr>
          <a:xfrm>
            <a:off x="7032417" y="909372"/>
            <a:ext cx="2469392" cy="3989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RFC Decryptor (Python DEMO)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Remote Logon Proxy Attacks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Superuser Roles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Critical T-CODES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SAP Developer Attacks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SM01_DEV/SM01_CUS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Developer Debug Bypass via Breakpoints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SAP CIMB Attacks</a:t>
            </a:r>
          </a:p>
        </p:txBody>
      </p:sp>
    </p:spTree>
    <p:extLst>
      <p:ext uri="{BB962C8B-B14F-4D97-AF65-F5344CB8AC3E}">
        <p14:creationId xmlns:p14="http://schemas.microsoft.com/office/powerpoint/2010/main" val="402086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/>
      <p:bldP spid="13" grpId="1"/>
      <p:bldP spid="3" grpId="0"/>
      <p:bldP spid="3" grpId="1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BBCC-4CFB-BA38-2BA3-CDBBC9B4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FA1FE14-410A-FF05-F177-F3112D91E187}"/>
              </a:ext>
            </a:extLst>
          </p:cNvPr>
          <p:cNvSpPr/>
          <p:nvPr/>
        </p:nvSpPr>
        <p:spPr>
          <a:xfrm>
            <a:off x="1055688" y="5238827"/>
            <a:ext cx="9746794" cy="40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+mj-lt"/>
                <a:cs typeface="Sora ExtraBold" pitchFamily="2" charset="0"/>
              </a:rPr>
              <a:t>Development slide – remember to delete!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C6E5C5-F6AA-98B9-E740-3652161EAAF4}"/>
              </a:ext>
            </a:extLst>
          </p:cNvPr>
          <p:cNvSpPr/>
          <p:nvPr/>
        </p:nvSpPr>
        <p:spPr>
          <a:xfrm>
            <a:off x="1055688" y="549275"/>
            <a:ext cx="2522399" cy="4143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1400" dirty="0">
                <a:solidFill>
                  <a:schemeClr val="bg1"/>
                </a:solidFill>
              </a:rPr>
              <a:t>Talking points: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EXE Replacement (Bind Shell)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Bypass SAP ABAP Locks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Enqueue Server (EQ)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Message Server (MS) Disclosures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Fiori Vulnerabilities (?)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 Java Vulnerabilities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SAP Java Hashes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Path Traversals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7F0C74-532B-927B-03FB-E8A7A6CB09E1}"/>
              </a:ext>
            </a:extLst>
          </p:cNvPr>
          <p:cNvCxnSpPr>
            <a:cxnSpLocks/>
          </p:cNvCxnSpPr>
          <p:nvPr/>
        </p:nvCxnSpPr>
        <p:spPr>
          <a:xfrm>
            <a:off x="1162050" y="5033475"/>
            <a:ext cx="10515600" cy="0"/>
          </a:xfrm>
          <a:prstGeom prst="line">
            <a:avLst/>
          </a:prstGeom>
          <a:ln w="38100" cap="rnd">
            <a:gradFill>
              <a:gsLst>
                <a:gs pos="37000">
                  <a:schemeClr val="accent3"/>
                </a:gs>
                <a:gs pos="0">
                  <a:schemeClr val="accent1"/>
                </a:gs>
                <a:gs pos="100000">
                  <a:schemeClr val="accent6"/>
                </a:gs>
                <a:gs pos="70000">
                  <a:schemeClr val="accent5"/>
                </a:gs>
              </a:gsLst>
              <a:lin ang="0" scaled="0"/>
            </a:gradFill>
          </a:ln>
          <a:effectLst>
            <a:glow rad="279400">
              <a:schemeClr val="tx1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9E2C6C1-91F6-D691-A381-D922DC5D44DE}"/>
              </a:ext>
            </a:extLst>
          </p:cNvPr>
          <p:cNvSpPr/>
          <p:nvPr/>
        </p:nvSpPr>
        <p:spPr>
          <a:xfrm>
            <a:off x="3977792" y="961695"/>
            <a:ext cx="2654921" cy="362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File Uploads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P4 Service Vulnerabilities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SAP RFC Destinations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Cloud Connector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Password logs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NTLM</a:t>
            </a:r>
          </a:p>
          <a:p>
            <a:pPr marL="742950" lvl="1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Exec CMD.exe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Forensics (?)</a:t>
            </a:r>
          </a:p>
          <a:p>
            <a:pPr marL="285750" indent="-285750">
              <a:lnSpc>
                <a:spcPct val="12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SSFS Decryption</a:t>
            </a:r>
          </a:p>
        </p:txBody>
      </p:sp>
    </p:spTree>
    <p:extLst>
      <p:ext uri="{BB962C8B-B14F-4D97-AF65-F5344CB8AC3E}">
        <p14:creationId xmlns:p14="http://schemas.microsoft.com/office/powerpoint/2010/main" val="366712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pan dir="u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4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3" grpId="0"/>
      <p:bldP spid="13" grpId="1"/>
      <p:bldP spid="3" grpId="0"/>
      <p:bldP spid="3" grpId="1"/>
    </p:bldLst>
  </p:timing>
</p:sld>
</file>

<file path=ppt/theme/theme1.xml><?xml version="1.0" encoding="utf-8"?>
<a:theme xmlns:a="http://schemas.openxmlformats.org/drawingml/2006/main" name="Office Theme">
  <a:themeElements>
    <a:clrScheme name="Darksign - 00 Default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1ADBBB"/>
      </a:accent1>
      <a:accent2>
        <a:srgbClr val="14A5ED"/>
      </a:accent2>
      <a:accent3>
        <a:srgbClr val="7F64FB"/>
      </a:accent3>
      <a:accent4>
        <a:srgbClr val="F33265"/>
      </a:accent4>
      <a:accent5>
        <a:srgbClr val="FFAF84"/>
      </a:accent5>
      <a:accent6>
        <a:srgbClr val="FF766C"/>
      </a:accent6>
      <a:hlink>
        <a:srgbClr val="0563C1"/>
      </a:hlink>
      <a:folHlink>
        <a:srgbClr val="954F72"/>
      </a:folHlink>
    </a:clrScheme>
    <a:fontScheme name="Rey Costum Font">
      <a:majorFont>
        <a:latin typeface="Inter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DEEFE3B-50B7-4EDF-9F26-7D72CDD8548F}">
  <we:reference id="wa200003157" version="1.0.0.0" store="en-US" storeType="OMEX"/>
  <we:alternateReferences>
    <we:reference id="WA200003157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551</Words>
  <Application>Microsoft Office PowerPoint</Application>
  <PresentationFormat>Widescreen</PresentationFormat>
  <Paragraphs>115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Heebo</vt:lpstr>
      <vt:lpstr>Lato</vt:lpstr>
      <vt:lpstr>Open Sans Light</vt:lpstr>
      <vt:lpstr>Segoe UI</vt:lpstr>
      <vt:lpstr>Space Grotesk</vt:lpstr>
      <vt:lpstr>Zen Antique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𝕲𝖆𝖑𝖆𝖓𝖌 𝕬𝖉𝖎</dc:creator>
  <cp:lastModifiedBy>Jonathan Pake</cp:lastModifiedBy>
  <cp:revision>53</cp:revision>
  <dcterms:created xsi:type="dcterms:W3CDTF">2022-02-18T08:05:02Z</dcterms:created>
  <dcterms:modified xsi:type="dcterms:W3CDTF">2025-11-21T14:35:06Z</dcterms:modified>
</cp:coreProperties>
</file>